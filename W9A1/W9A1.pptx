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1" r:id="rId2"/>
    <p:sldId id="2563" r:id="rId3"/>
    <p:sldId id="2565" r:id="rId4"/>
    <p:sldId id="2567"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itness User Segmentation and Churn Analysis" id="{4D77FDF6-681A-469F-8E73-3BBE7B6BD4B3}">
          <p14:sldIdLst>
            <p14:sldId id="2561"/>
          </p14:sldIdLst>
        </p14:section>
        <p14:section name="Data Preparation and Cleaning" id="{0ECD5D97-2822-4261-95F0-BCA88FA56977}">
          <p14:sldIdLst>
            <p14:sldId id="2563"/>
          </p14:sldIdLst>
        </p14:section>
        <p14:section name="Clustering Approach" id="{1A33B5F7-BF1E-4733-9BED-7FFECEA70A49}">
          <p14:sldIdLst>
            <p14:sldId id="2565"/>
          </p14:sldIdLst>
        </p14:section>
        <p14:section name="Results and Insights" id="{0A6EEDEF-9376-41EF-85E7-A44A45D312D5}">
          <p14:sldIdLst>
            <p14:sldId id="25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00BF25-B575-4468-9044-7F163E000203}" type="datetimeFigureOut">
              <a:t>6/7/2026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CCBA66-7393-4BB5-B69B-04995A353A57}" type="slidenum">
              <a:t>‹#›</a:t>
            </a:fld>
            <a:endParaRPr lang="en-US"/>
          </a:p>
        </p:txBody>
      </p:sp>
    </p:spTree>
    <p:extLst>
      <p:ext uri="{BB962C8B-B14F-4D97-AF65-F5344CB8AC3E}">
        <p14:creationId xmlns:p14="http://schemas.microsoft.com/office/powerpoint/2010/main" val="3988409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26A07D44-60F8-4073-9547-57FBA58629FE}" type="slidenum">
              <a:t>1</a:t>
            </a:fld>
            <a:endParaRPr lang="en-US"/>
          </a:p>
        </p:txBody>
      </p:sp>
    </p:spTree>
    <p:extLst>
      <p:ext uri="{BB962C8B-B14F-4D97-AF65-F5344CB8AC3E}">
        <p14:creationId xmlns:p14="http://schemas.microsoft.com/office/powerpoint/2010/main" val="20859079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documents the data cleaning and preparation process applied to the fitness user dataset prior to any modeling or analysis. The dataset consisted of 200 individual user records and 8 columns: User_ID, Age, Gender, Workouts_per_Week, Avg_Session_Duration_Min, Steps_per_Day, Subscription_Type, and Churned. A systematic data quality check was conducted to ensure the dataset was suitable for clustering analysis. First, all eight columns were examined for missing values using summary statistics and null-value checks. No missing values were detected, which eliminated the need for imputation or row removal and preserved the full sample size for downstream analysis. Second, duplicate detection was performed across all columns to identify any repeated user records. This check confirmed that there were no duplicate rows, ensuring that each record represented a unique user and that no bias would be introduced by repeated observations. Third, data types were validated to confirm consistency with analytical requirements. Age, Workouts_per_Week, and Steps_per_Day were verified as integer variables, reflecting count-based or discrete measures. Avg_Session_Duration_Min was confirmed as a floating-point variable to capture fractional session durations accurately. Gender and Subscription_Type were validated as categorical string variables prior to encoding. Finally, categorical encoding was applied to prepare the data for machine learning algorithms. Gender was mapped to numerical values with Male encoded as 0 and Female encoded as 1. Subscription_Type was ordinally encoded as Free = 0, Basic = 1, and Premium = 2, reflecting increasing levels of commitment and service access. These steps ensured the dataset was clean, consistent, and numerically compatible with distance-based clustering methods, while retaining all original records for maximum analytical reliability.</a:t>
            </a:r>
          </a:p>
        </p:txBody>
      </p:sp>
      <p:sp>
        <p:nvSpPr>
          <p:cNvPr id="4" name="Slide Number Placeholder 3"/>
          <p:cNvSpPr>
            <a:spLocks noGrp="1"/>
          </p:cNvSpPr>
          <p:nvPr>
            <p:ph type="sldNum" sz="quarter" idx="5"/>
          </p:nvPr>
        </p:nvSpPr>
        <p:spPr/>
        <p:txBody>
          <a:bodyPr/>
          <a:lstStyle/>
          <a:p>
            <a:fld id="{26A07D44-60F8-4073-9547-57FBA58629FE}" type="slidenum">
              <a:t>2</a:t>
            </a:fld>
            <a:endParaRPr lang="en-US"/>
          </a:p>
        </p:txBody>
      </p:sp>
    </p:spTree>
    <p:extLst>
      <p:ext uri="{BB962C8B-B14F-4D97-AF65-F5344CB8AC3E}">
        <p14:creationId xmlns:p14="http://schemas.microsoft.com/office/powerpoint/2010/main" val="11406357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explains the methodology used to segment users into meaningful behavioral clusters. Feature selection was driven by the goal of capturing user behavior rather than identifiers or outcomes. The selected features were Age, Workouts_per_Week, Avg_Session_Duration_Min, Steps_per_Day, Gender_Enc, and Sub_Enc. User_ID was explicitly excluded because it serves only as a unique identifier and contains no behavioral information. Churned was also excluded because it is an outcome variable; including it would leak future information into the clustering process and distort natural behavioral groupings. Prior to clustering, all selected features were normalized using StandardScaler. This step was critical because the features exist on different numeric scales, such as steps per day being much larger in magnitude than workouts per week. Standardization ensured that no single feature dominated the distance calculations used by KMeans. To determine the optimal number of clusters, values of k from 2 to 8 were evaluated using both the elbow method, based on inertia, and the silhouette score, which measures cluster separation quality. Rather than manually selecting k, the optimal number of clusters was computed automatically by identifying the largest drop in inertia between consecutive k values. This approach balances objectivity with interpretability. The analysis identified k = 4 as the optimal choice. The final KMeans model was trained using random_state = 42 to ensure reproducibility and n_init = 10 to improve solution stability by averaging multiple centroid initializations. This methodology produced stable, interpretable clusters grounded in normalized behavioral data.</a:t>
            </a:r>
          </a:p>
        </p:txBody>
      </p:sp>
      <p:sp>
        <p:nvSpPr>
          <p:cNvPr id="4" name="Slide Number Placeholder 3"/>
          <p:cNvSpPr>
            <a:spLocks noGrp="1"/>
          </p:cNvSpPr>
          <p:nvPr>
            <p:ph type="sldNum" sz="quarter" idx="5"/>
          </p:nvPr>
        </p:nvSpPr>
        <p:spPr/>
        <p:txBody>
          <a:bodyPr/>
          <a:lstStyle/>
          <a:p>
            <a:fld id="{26A07D44-60F8-4073-9547-57FBA58629FE}" type="slidenum">
              <a:t>3</a:t>
            </a:fld>
            <a:endParaRPr lang="en-US"/>
          </a:p>
        </p:txBody>
      </p:sp>
    </p:spTree>
    <p:extLst>
      <p:ext uri="{BB962C8B-B14F-4D97-AF65-F5344CB8AC3E}">
        <p14:creationId xmlns:p14="http://schemas.microsoft.com/office/powerpoint/2010/main" val="41725121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summarizes the key findings derived from the clustering analysis and translates them into actionable insights. The model identified four distinct clusters among the 200 users. Cluster 0 consists primarily of moderate-age users with average workout frequency and mid-range daily step counts. This group shows a moderate risk of churn, suggesting they are reasonably engaged but not strongly committed. Cluster 1 represents younger users with the highest number of workouts per week and the greatest steps per day. This segment demonstrates the lowest churn rate and can be considered the most engaged and valuable user group, likely benefiting from advanced features or loyalty incentives. Cluster 2 includes older users with the fewest workouts per week and the lowest daily step counts. This cluster exhibits the highest churn rate and represents the most at-risk segment in the user base. Their low activity levels suggest disengagement, potential motivational barriers, or unmet needs. Cluster 3 is a mixed-age group characterized by moderate-to-high activity levels but a tendency toward lower subscription tiers, indicating engagement without full monetization. The most important insight across all clusters is that low physical activity is the strongest indicator of churn risk, outweighing age or subscription type alone. As a result, Cluster 2 should be the top priority for intervention. Targeted re-engagement strategies such as personalized workout reminders, low-effort fitness challenges, onboarding refreshers, or tailored subscription upgrade offers could help reduce dropout rates in this group. These insights provide a clear, data-driven foundation for retention-focused decision-making.</a:t>
            </a:r>
          </a:p>
        </p:txBody>
      </p:sp>
      <p:sp>
        <p:nvSpPr>
          <p:cNvPr id="4" name="Slide Number Placeholder 3"/>
          <p:cNvSpPr>
            <a:spLocks noGrp="1"/>
          </p:cNvSpPr>
          <p:nvPr>
            <p:ph type="sldNum" sz="quarter" idx="5"/>
          </p:nvPr>
        </p:nvSpPr>
        <p:spPr/>
        <p:txBody>
          <a:bodyPr/>
          <a:lstStyle/>
          <a:p>
            <a:fld id="{26A07D44-60F8-4073-9547-57FBA58629FE}" type="slidenum">
              <a:t>4</a:t>
            </a:fld>
            <a:endParaRPr lang="en-US"/>
          </a:p>
        </p:txBody>
      </p:sp>
    </p:spTree>
    <p:extLst>
      <p:ext uri="{BB962C8B-B14F-4D97-AF65-F5344CB8AC3E}">
        <p14:creationId xmlns:p14="http://schemas.microsoft.com/office/powerpoint/2010/main" val="6726285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39" y="1033272"/>
            <a:ext cx="5892073" cy="3895344"/>
          </a:xfrm>
        </p:spPr>
        <p:txBody>
          <a:bodyPr vert="horz" lIns="91440" tIns="45720" rIns="91440" bIns="45720" rtlCol="0" anchor="t">
            <a:normAutofit/>
          </a:bodyPr>
          <a:lstStyle>
            <a:lvl1pPr>
              <a:defRPr lang="en-US" sz="80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733288"/>
            <a:ext cx="5892071" cy="79552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a:t>Footer Text</a:t>
            </a:r>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6931152" y="793817"/>
            <a:ext cx="5260848" cy="6064181"/>
          </a:xfrm>
          <a:blipFill>
            <a:blip r:embed="rId2">
              <a:alphaModFix amt="80000"/>
            </a:blip>
            <a:stretch>
              <a:fillRect/>
            </a:stretch>
          </a:blipFill>
        </p:spPr>
        <p:txBody>
          <a:bodyPr/>
          <a:lstStyle>
            <a:lvl1pPr marL="0" indent="0">
              <a:buNone/>
              <a:defRPr/>
            </a:lvl1pPr>
          </a:lstStyle>
          <a:p>
            <a:r>
              <a:rPr lang="en-US"/>
              <a:t> </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6938587" y="207982"/>
            <a:ext cx="2662798" cy="413360"/>
          </a:xfrm>
        </p:spPr>
        <p:txBody>
          <a:bodyPr/>
          <a:lstStyle>
            <a:lvl1pPr>
              <a:defRPr>
                <a:solidFill>
                  <a:schemeClr val="tx2"/>
                </a:solidFill>
              </a:defRPr>
            </a:lvl1pPr>
          </a:lstStyle>
          <a:p>
            <a:fld id="{BBB8170F-0370-4A38-8BF3-83D69476AE62}" type="datetime1">
              <a:rPr lang="en-US" smtClean="0"/>
              <a:t>6/7/2026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CF2C2C7B-6B47-4A5B-B24C-B316964ABE62}"/>
              </a:ext>
            </a:extLst>
          </p:cNvPr>
          <p:cNvCxnSpPr>
            <a:cxnSpLocks/>
          </p:cNvCxnSpPr>
          <p:nvPr/>
        </p:nvCxnSpPr>
        <p:spPr>
          <a:xfrm flipV="1">
            <a:off x="6929823" y="789558"/>
            <a:ext cx="0" cy="606844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F32355F-80FD-3956-F8D4-9DF4073D0E2E}"/>
              </a:ext>
            </a:extLst>
          </p:cNvPr>
          <p:cNvCxnSpPr>
            <a:cxnSpLocks/>
          </p:cNvCxnSpPr>
          <p:nvPr/>
        </p:nvCxnSpPr>
        <p:spPr>
          <a:xfrm>
            <a:off x="0" y="5420250"/>
            <a:ext cx="692982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D4DD8B2-0D73-EB9B-9708-67DF28E40F96}"/>
              </a:ext>
            </a:extLst>
          </p:cNvPr>
          <p:cNvCxnSpPr>
            <a:cxnSpLocks/>
          </p:cNvCxnSpPr>
          <p:nvPr/>
        </p:nvCxnSpPr>
        <p:spPr>
          <a:xfrm>
            <a:off x="0" y="791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529248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612648"/>
            <a:ext cx="11253668" cy="1106424"/>
          </a:xfrm>
        </p:spPr>
        <p:txBody>
          <a:bodyPr/>
          <a:lstStyle>
            <a:lvl1pPr>
              <a:defRPr sz="6600">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9" y="2139696"/>
            <a:ext cx="11253668" cy="42885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2D457B6E-DC25-9A54-64F7-98703149B156}"/>
              </a:ext>
            </a:extLst>
          </p:cNvPr>
          <p:cNvSpPr>
            <a:spLocks noGrp="1"/>
          </p:cNvSpPr>
          <p:nvPr>
            <p:ph type="ftr" sz="quarter" idx="11"/>
          </p:nvPr>
        </p:nvSpPr>
        <p:spPr/>
        <p:txBody>
          <a:bodyPr/>
          <a:lstStyle/>
          <a:p>
            <a:r>
              <a:rPr lang="en-US"/>
              <a:t>Footer Text</a:t>
            </a:r>
          </a:p>
        </p:txBody>
      </p:sp>
      <p:sp>
        <p:nvSpPr>
          <p:cNvPr id="8" name="Date Placeholder 7">
            <a:extLst>
              <a:ext uri="{FF2B5EF4-FFF2-40B4-BE49-F238E27FC236}">
                <a16:creationId xmlns:a16="http://schemas.microsoft.com/office/drawing/2014/main" id="{D49DF708-DA4E-D117-5CE8-7401A836F675}"/>
              </a:ext>
            </a:extLst>
          </p:cNvPr>
          <p:cNvSpPr>
            <a:spLocks noGrp="1"/>
          </p:cNvSpPr>
          <p:nvPr>
            <p:ph type="dt" sz="half" idx="10"/>
          </p:nvPr>
        </p:nvSpPr>
        <p:spPr/>
        <p:txBody>
          <a:bodyPr/>
          <a:lstStyle/>
          <a:p>
            <a:fld id="{20D15516-589F-487D-BF51-9635DCEA90D5}" type="datetime1">
              <a:rPr lang="en-US" smtClean="0"/>
              <a:t>6/7/2026</a:t>
            </a:fld>
            <a:endParaRPr lang="en-US"/>
          </a:p>
        </p:txBody>
      </p:sp>
      <p:sp>
        <p:nvSpPr>
          <p:cNvPr id="10" name="Slide Number Placeholder 9">
            <a:extLst>
              <a:ext uri="{FF2B5EF4-FFF2-40B4-BE49-F238E27FC236}">
                <a16:creationId xmlns:a16="http://schemas.microsoft.com/office/drawing/2014/main" id="{D1AE2728-8254-BE0F-89AB-2D5352D66F0D}"/>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093DFD8D-B66E-C844-B523-E3C51265F5EA}"/>
              </a:ext>
            </a:extLst>
          </p:cNvPr>
          <p:cNvCxnSpPr>
            <a:cxnSpLocks/>
          </p:cNvCxnSpPr>
          <p:nvPr/>
        </p:nvCxnSpPr>
        <p:spPr>
          <a:xfrm>
            <a:off x="0" y="1805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92378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49808"/>
            <a:ext cx="6236208" cy="3694176"/>
          </a:xfrm>
        </p:spPr>
        <p:txBody>
          <a:bodyPr vert="horz" lIns="91440" tIns="45720" rIns="91440" bIns="45720" rtlCol="0" anchor="t">
            <a:normAutofit/>
          </a:bodyPr>
          <a:lstStyle>
            <a:lvl1pPr>
              <a:defRPr lang="en-US" sz="88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477256"/>
            <a:ext cx="6236208" cy="111556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4413504" y="207982"/>
            <a:ext cx="1682496" cy="413360"/>
          </a:xfrm>
        </p:spPr>
        <p:txBody>
          <a:bodyPr/>
          <a:lstStyle>
            <a:lvl1pPr>
              <a:defRPr>
                <a:solidFill>
                  <a:schemeClr val="tx2"/>
                </a:solidFill>
              </a:defRPr>
            </a:lvl1pPr>
          </a:lstStyle>
          <a:p>
            <a:fld id="{F7E6234A-55DB-493D-B5E3-FA55E3CA245B}" type="datetime1">
              <a:rPr lang="en-US" smtClean="0"/>
              <a:t>6/7/2026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6009801" y="207982"/>
            <a:ext cx="546447" cy="413360"/>
          </a:xfrm>
        </p:spPr>
        <p:txBody>
          <a:bodyPr/>
          <a:lstStyle>
            <a:lvl1pPr>
              <a:defRPr>
                <a:solidFill>
                  <a:schemeClr val="tx2"/>
                </a:solidFill>
              </a:defRPr>
            </a:lvl1pPr>
          </a:lstStyle>
          <a:p>
            <a:fld id="{753D0FD4-819D-4187-8797-C35567B41C78}" type="slidenum">
              <a:rPr lang="en-US" smtClean="0"/>
              <a:t>‹#›</a:t>
            </a:fld>
            <a:endParaRPr lang="en-US"/>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7278624" y="0"/>
            <a:ext cx="4913373" cy="6858000"/>
          </a:xfrm>
          <a:blipFill>
            <a:blip r:embed="rId2">
              <a:alphaModFix amt="80000"/>
            </a:blip>
            <a:stretch>
              <a:fillRect/>
            </a:stretch>
          </a:blipFill>
        </p:spPr>
        <p:txBody>
          <a:bodyPr/>
          <a:lstStyle>
            <a:lvl1pPr marL="0" indent="0">
              <a:buNone/>
              <a:defRPr/>
            </a:lvl1pPr>
          </a:lstStyle>
          <a:p>
            <a:r>
              <a:rPr lang="en-US"/>
              <a:t> </a:t>
            </a:r>
          </a:p>
        </p:txBody>
      </p:sp>
      <p:cxnSp>
        <p:nvCxnSpPr>
          <p:cNvPr id="7" name="Straight Connector 6">
            <a:extLst>
              <a:ext uri="{FF2B5EF4-FFF2-40B4-BE49-F238E27FC236}">
                <a16:creationId xmlns:a16="http://schemas.microsoft.com/office/drawing/2014/main" id="{87083F37-054B-54D7-2AD5-6DFFCC79603C}"/>
              </a:ext>
            </a:extLst>
          </p:cNvPr>
          <p:cNvCxnSpPr>
            <a:cxnSpLocks/>
          </p:cNvCxnSpPr>
          <p:nvPr/>
        </p:nvCxnSpPr>
        <p:spPr>
          <a:xfrm>
            <a:off x="0" y="5287974"/>
            <a:ext cx="7277621"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99AB8D9-761C-35FC-CA6D-1317D71DF6BE}"/>
              </a:ext>
            </a:extLst>
          </p:cNvPr>
          <p:cNvCxnSpPr>
            <a:cxnSpLocks/>
          </p:cNvCxnSpPr>
          <p:nvPr/>
        </p:nvCxnSpPr>
        <p:spPr>
          <a:xfrm flipV="1">
            <a:off x="7277621" y="0"/>
            <a:ext cx="0" cy="6858001"/>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240491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5223554"/>
            <a:ext cx="11430000" cy="914400"/>
          </a:xfr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6083090"/>
            <a:ext cx="11429999" cy="566928"/>
          </a:xfrm>
        </p:spPr>
        <p:txBody>
          <a:bodyPr vert="horz" lIns="91440" tIns="45720" rIns="91440" bIns="45720" rtlCol="0" anchor="ctr">
            <a:normAutofit/>
          </a:bodyPr>
          <a:lstStyle>
            <a:lvl1pPr marL="0" indent="0">
              <a:buNone/>
              <a:defRPr lang="en-US"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0" y="0"/>
            <a:ext cx="12192000" cy="5069400"/>
          </a:xfrm>
          <a:blipFill>
            <a:blip r:embed="rId2">
              <a:alphaModFix amt="8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rgbClr val="FFFFFF"/>
                </a:solidFill>
                <a:effectLst>
                  <a:outerShdw blurRad="38100" dist="38100" dir="2700000" algn="tl">
                    <a:srgbClr val="000000">
                      <a:alpha val="43137"/>
                    </a:srgbClr>
                  </a:outerShdw>
                </a:effectLst>
              </a:defRPr>
            </a:lvl1pPr>
          </a:lstStyle>
          <a:p>
            <a:fld id="{BD5D1244-0536-4076-95F8-65E3144966FF}" type="datetime1">
              <a:rPr lang="en-US" smtClean="0"/>
              <a:t>6/7/2026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8ABE8472-319C-7663-7B71-2A6549DED7EF}"/>
              </a:ext>
            </a:extLst>
          </p:cNvPr>
          <p:cNvCxnSpPr>
            <a:cxnSpLocks/>
          </p:cNvCxnSpPr>
          <p:nvPr/>
        </p:nvCxnSpPr>
        <p:spPr>
          <a:xfrm>
            <a:off x="0" y="5068350"/>
            <a:ext cx="12188952"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19110355"/>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with Picture 4">
    <p:spTree>
      <p:nvGrpSpPr>
        <p:cNvPr id="1" name=""/>
        <p:cNvGrpSpPr/>
        <p:nvPr/>
      </p:nvGrpSpPr>
      <p:grpSpPr>
        <a:xfrm>
          <a:off x="0" y="0"/>
          <a:ext cx="0" cy="0"/>
          <a:chOff x="0" y="0"/>
          <a:chExt cx="0" cy="0"/>
        </a:xfrm>
      </p:grpSpPr>
      <p:sp>
        <p:nvSpPr>
          <p:cNvPr id="8" name="Picture Placeholder 10">
            <a:extLst>
              <a:ext uri="{FF2B5EF4-FFF2-40B4-BE49-F238E27FC236}">
                <a16:creationId xmlns:a16="http://schemas.microsoft.com/office/drawing/2014/main" id="{AEB3F954-B0A7-AD5D-A897-AAA57CEEA771}"/>
              </a:ext>
            </a:extLst>
          </p:cNvPr>
          <p:cNvSpPr>
            <a:spLocks noGrp="1"/>
          </p:cNvSpPr>
          <p:nvPr>
            <p:ph type="pic" sz="quarter" idx="13" hasCustomPrompt="1"/>
          </p:nvPr>
        </p:nvSpPr>
        <p:spPr>
          <a:xfrm>
            <a:off x="0" y="0"/>
            <a:ext cx="12198096" cy="6858000"/>
          </a:xfrm>
          <a:custGeom>
            <a:avLst/>
            <a:gdLst>
              <a:gd name="connsiteX0" fmla="*/ 6914322 w 12198096"/>
              <a:gd name="connsiteY0" fmla="*/ 789558 h 6858000"/>
              <a:gd name="connsiteX1" fmla="*/ 6914322 w 12198096"/>
              <a:gd name="connsiteY1" fmla="*/ 6106620 h 6858000"/>
              <a:gd name="connsiteX2" fmla="*/ 11547659 w 12198096"/>
              <a:gd name="connsiteY2" fmla="*/ 6106620 h 6858000"/>
              <a:gd name="connsiteX3" fmla="*/ 11547659 w 12198096"/>
              <a:gd name="connsiteY3" fmla="*/ 789558 h 6858000"/>
              <a:gd name="connsiteX4" fmla="*/ 0 w 12198096"/>
              <a:gd name="connsiteY4" fmla="*/ 0 h 6858000"/>
              <a:gd name="connsiteX5" fmla="*/ 12198096 w 12198096"/>
              <a:gd name="connsiteY5" fmla="*/ 0 h 6858000"/>
              <a:gd name="connsiteX6" fmla="*/ 12198096 w 12198096"/>
              <a:gd name="connsiteY6" fmla="*/ 6858000 h 6858000"/>
              <a:gd name="connsiteX7" fmla="*/ 0 w 1219809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8096" h="6858000">
                <a:moveTo>
                  <a:pt x="6914322" y="789558"/>
                </a:moveTo>
                <a:lnTo>
                  <a:pt x="6914322" y="6106620"/>
                </a:lnTo>
                <a:lnTo>
                  <a:pt x="11547659" y="6106620"/>
                </a:lnTo>
                <a:lnTo>
                  <a:pt x="11547659" y="789558"/>
                </a:lnTo>
                <a:close/>
                <a:moveTo>
                  <a:pt x="0" y="0"/>
                </a:moveTo>
                <a:lnTo>
                  <a:pt x="12198096" y="0"/>
                </a:lnTo>
                <a:lnTo>
                  <a:pt x="12198096"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a:t> </a:t>
            </a:r>
          </a:p>
        </p:txBody>
      </p:sp>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6914324" y="789558"/>
            <a:ext cx="4633337" cy="4212210"/>
          </a:xfrm>
          <a:solidFill>
            <a:schemeClr val="bg2"/>
          </a:solidFill>
          <a:ln>
            <a:solidFill>
              <a:schemeClr val="tx2"/>
            </a:solidFill>
          </a:ln>
        </p:spPr>
        <p:txBody>
          <a:bodyPr vert="horz" lIns="320040" tIns="347472" rIns="228600" bIns="45720" rtlCol="0" anchor="t">
            <a:normAutofit/>
          </a:bodyPr>
          <a:lstStyle>
            <a:lvl1pPr>
              <a:defRPr lang="en-US" sz="6000" dirty="0"/>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6914322" y="4994648"/>
            <a:ext cx="4633338" cy="1111972"/>
          </a:xfrm>
          <a:solidFill>
            <a:schemeClr val="bg2"/>
          </a:solidFill>
          <a:ln>
            <a:solidFill>
              <a:schemeClr val="tx2"/>
            </a:solidFill>
          </a:ln>
        </p:spPr>
        <p:txBody>
          <a:bodyPr vert="horz" lIns="320040" tIns="45720" rIns="274320" bIns="45720" rtlCol="0" anchor="ctr">
            <a:normAutofit/>
          </a:bodyPr>
          <a:lstStyle>
            <a:lvl1pPr marL="0" indent="0">
              <a:buNone/>
              <a:defRPr lang="en-US"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6914323" y="207982"/>
            <a:ext cx="2687062" cy="413360"/>
          </a:xfrm>
        </p:spPr>
        <p:txBody>
          <a:bodyPr/>
          <a:lstStyle>
            <a:lvl1pPr>
              <a:defRPr>
                <a:solidFill>
                  <a:srgbClr val="FFFFFF"/>
                </a:solidFill>
                <a:effectLst>
                  <a:outerShdw blurRad="38100" dist="38100" dir="2700000" algn="tl">
                    <a:srgbClr val="000000">
                      <a:alpha val="43137"/>
                    </a:srgbClr>
                  </a:outerShdw>
                </a:effectLst>
              </a:defRPr>
            </a:lvl1pPr>
          </a:lstStyle>
          <a:p>
            <a:fld id="{AC13FD3B-23EF-4174-AD3C-BC50B64D7857}" type="datetime1">
              <a:rPr lang="en-US" smtClean="0"/>
              <a:t>6/7/2026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spTree>
    <p:extLst>
      <p:ext uri="{BB962C8B-B14F-4D97-AF65-F5344CB8AC3E}">
        <p14:creationId xmlns:p14="http://schemas.microsoft.com/office/powerpoint/2010/main" val="1092611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with Pictur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49808"/>
            <a:ext cx="5422392" cy="3822192"/>
          </a:xfr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486400"/>
            <a:ext cx="5422391" cy="978408"/>
          </a:xfrm>
        </p:spPr>
        <p:txBody>
          <a:bodyPr vert="horz" lIns="91440" tIns="45720" rIns="91440" bIns="45720" rtlCol="0" anchor="ctr">
            <a:normAutofit/>
          </a:bodyPr>
          <a:lstStyle>
            <a:lvl1pPr marL="0" indent="0">
              <a:buNone/>
              <a:defRPr lang="en-US"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4815840" y="207982"/>
            <a:ext cx="1280160" cy="413360"/>
          </a:xfrm>
        </p:spPr>
        <p:txBody>
          <a:bodyPr/>
          <a:lstStyle/>
          <a:p>
            <a:fld id="{630E96CE-B7D5-4325-A1C8-DFEADC4BE081}" type="datetime1">
              <a:rPr lang="en-US" smtClean="0"/>
              <a:t>6/7/2026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5982383" y="207982"/>
            <a:ext cx="546447" cy="413360"/>
          </a:xfrm>
        </p:spPr>
        <p:txBody>
          <a:bodyPr/>
          <a:lstStyle/>
          <a:p>
            <a:fld id="{753D0FD4-819D-4187-8797-C35567B41C78}" type="slidenum">
              <a:rPr lang="en-US" smtClean="0"/>
              <a:t>‹#›</a:t>
            </a:fld>
            <a:endParaRPr lang="en-US"/>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7035554" y="0"/>
            <a:ext cx="5156444" cy="6858000"/>
          </a:xfrm>
          <a:blipFill dpi="0" rotWithShape="1">
            <a:blip r:embed="rId2">
              <a:alphaModFix amt="80000"/>
            </a:blip>
            <a:srcRect/>
            <a:stretch>
              <a:fillRect/>
            </a:stretch>
          </a:blipFill>
        </p:spPr>
        <p:txBody>
          <a:bodyPr/>
          <a:lstStyle>
            <a:lvl1pPr marL="0" indent="0">
              <a:buNone/>
              <a:defRPr/>
            </a:lvl1pPr>
          </a:lstStyle>
          <a:p>
            <a:r>
              <a:rPr lang="en-US"/>
              <a:t> </a:t>
            </a:r>
          </a:p>
        </p:txBody>
      </p:sp>
      <p:cxnSp>
        <p:nvCxnSpPr>
          <p:cNvPr id="9" name="Straight Connector 8">
            <a:extLst>
              <a:ext uri="{FF2B5EF4-FFF2-40B4-BE49-F238E27FC236}">
                <a16:creationId xmlns:a16="http://schemas.microsoft.com/office/drawing/2014/main" id="{E1B20121-9211-E62C-6EDF-8301AE0A0865}"/>
              </a:ext>
            </a:extLst>
          </p:cNvPr>
          <p:cNvCxnSpPr>
            <a:cxnSpLocks/>
          </p:cNvCxnSpPr>
          <p:nvPr/>
        </p:nvCxnSpPr>
        <p:spPr>
          <a:xfrm>
            <a:off x="-4130" y="5215687"/>
            <a:ext cx="703225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ABA69D92-87B2-B41F-6979-69668092108B}"/>
              </a:ext>
            </a:extLst>
          </p:cNvPr>
          <p:cNvCxnSpPr>
            <a:cxnSpLocks/>
          </p:cNvCxnSpPr>
          <p:nvPr/>
        </p:nvCxnSpPr>
        <p:spPr>
          <a:xfrm flipV="1">
            <a:off x="7028120" y="0"/>
            <a:ext cx="0" cy="6858001"/>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63317199"/>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49808"/>
            <a:ext cx="9287134" cy="3410712"/>
          </a:xfrm>
        </p:spPr>
        <p:txBody>
          <a:bodyPr vert="horz" lIns="91440" tIns="45720" rIns="91440" bIns="45720" rtlCol="0" anchor="t">
            <a:normAutofit/>
          </a:bodyPr>
          <a:lstStyle>
            <a:lvl1pPr>
              <a:defRPr lang="en-US" sz="125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477256"/>
            <a:ext cx="11155680" cy="111556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chemeClr val="tx2"/>
                </a:solidFill>
              </a:defRPr>
            </a:lvl1pPr>
          </a:lstStyle>
          <a:p>
            <a:fld id="{09DAD850-6AC5-466F-AC13-19EF30EEFBC3}" type="datetime1">
              <a:rPr lang="en-US" smtClean="0"/>
              <a:t>6/7/2026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9D0B70F0-3BE4-FD57-7260-3612F25DFB6B}"/>
              </a:ext>
            </a:extLst>
          </p:cNvPr>
          <p:cNvCxnSpPr>
            <a:cxnSpLocks/>
          </p:cNvCxnSpPr>
          <p:nvPr/>
        </p:nvCxnSpPr>
        <p:spPr>
          <a:xfrm>
            <a:off x="0" y="527477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06754280"/>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58952"/>
            <a:ext cx="7589520" cy="4087368"/>
          </a:xfrm>
        </p:spPr>
        <p:txBody>
          <a:bodyPr vert="horz" lIns="91440" tIns="45720" rIns="91440" bIns="45720" rtlCol="0" anchor="t">
            <a:normAutofit/>
          </a:bodyPr>
          <a:lstStyle>
            <a:lvl1pPr>
              <a:defRPr lang="en-US" sz="96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5404104"/>
            <a:ext cx="11515277" cy="576072"/>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a:xfrm>
            <a:off x="317773" y="6254496"/>
            <a:ext cx="2963692" cy="41336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7921742" y="6254496"/>
            <a:ext cx="1679642" cy="413360"/>
          </a:xfrm>
        </p:spPr>
        <p:txBody>
          <a:bodyPr/>
          <a:lstStyle>
            <a:lvl1pPr>
              <a:defRPr>
                <a:solidFill>
                  <a:schemeClr val="tx2"/>
                </a:solidFill>
              </a:defRPr>
            </a:lvl1pPr>
          </a:lstStyle>
          <a:p>
            <a:fld id="{E8F94E15-B448-489B-871D-A40527BFA7B7}" type="datetime1">
              <a:rPr lang="en-US" smtClean="0"/>
              <a:t>6/7/2026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11288870" y="6254496"/>
            <a:ext cx="546447" cy="413360"/>
          </a:xfrm>
        </p:spPr>
        <p:txBody>
          <a:bodyPr/>
          <a:lstStyle>
            <a:lvl1pPr>
              <a:defRPr>
                <a:solidFill>
                  <a:schemeClr val="tx2"/>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F05C310B-ED34-BA33-630C-F8D5EB2A41A2}"/>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C6B77E3C-9D50-9277-C646-D9B5AB8122BB}"/>
              </a:ext>
            </a:extLst>
          </p:cNvPr>
          <p:cNvCxnSpPr>
            <a:cxnSpLocks/>
          </p:cNvCxnSpPr>
          <p:nvPr/>
        </p:nvCxnSpPr>
        <p:spPr>
          <a:xfrm>
            <a:off x="0" y="527477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07956629"/>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1426464"/>
            <a:ext cx="9528048" cy="4183468"/>
          </a:xfrm>
        </p:spPr>
        <p:txBody>
          <a:bodyPr vert="horz" lIns="91440" tIns="45720" rIns="91440" bIns="45720" rtlCol="0" anchor="b">
            <a:normAutofit/>
          </a:bodyPr>
          <a:lstStyle>
            <a:lvl1pPr>
              <a:defRPr lang="en-US" sz="11500" dirty="0"/>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5779008"/>
            <a:ext cx="9528047" cy="923544"/>
          </a:xfrm>
        </p:spPr>
        <p:txBody>
          <a:bodyPr vert="horz" lIns="91440" tIns="45720" rIns="91440" bIns="45720" rtlCol="0">
            <a:normAutofit/>
          </a:bodyPr>
          <a:lstStyle>
            <a:lvl1pPr marL="0" indent="0">
              <a:buNone/>
              <a:defRPr lang="en-US"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7680069" y="207982"/>
            <a:ext cx="2168017" cy="413360"/>
          </a:xfrm>
        </p:spPr>
        <p:txBody>
          <a:bodyPr/>
          <a:lstStyle/>
          <a:p>
            <a:fld id="{D9253186-4750-42D8-B836-81746FB2A999}" type="datetime1">
              <a:rPr lang="en-US" smtClean="0"/>
              <a:t>6/7/2026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8F6B2E7A-179E-B6D8-4F25-0673E53A95D4}"/>
              </a:ext>
            </a:extLst>
          </p:cNvPr>
          <p:cNvCxnSpPr>
            <a:cxnSpLocks/>
          </p:cNvCxnSpPr>
          <p:nvPr/>
        </p:nvCxnSpPr>
        <p:spPr>
          <a:xfrm>
            <a:off x="1" y="790415"/>
            <a:ext cx="12191999"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15246595"/>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rgbClr val="C8350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64008" y="1435608"/>
            <a:ext cx="11594592" cy="5559552"/>
          </a:xfrm>
        </p:spPr>
        <p:txBody>
          <a:bodyPr anchor="b">
            <a:normAutofit/>
          </a:bodyPr>
          <a:lstStyle>
            <a:lvl1pPr>
              <a:lnSpc>
                <a:spcPct val="67000"/>
              </a:lnSpc>
              <a:defRPr sz="14800">
                <a:solidFill>
                  <a:schemeClr val="tx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tx2"/>
                </a:solidFill>
              </a:defRPr>
            </a:lvl1pPr>
          </a:lstStyle>
          <a:p>
            <a:fld id="{CE994A23-0EFF-404D-A2C5-6B54939039AD}" type="datetime1">
              <a:rPr lang="en-US" smtClean="0"/>
              <a:t>6/7/2026</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7F716D65-B11C-E9B7-66BF-88E72C5DCEBA}"/>
              </a:ext>
            </a:extLst>
          </p:cNvPr>
          <p:cNvCxnSpPr>
            <a:cxnSpLocks/>
          </p:cNvCxnSpPr>
          <p:nvPr/>
        </p:nvCxnSpPr>
        <p:spPr>
          <a:xfrm>
            <a:off x="0" y="783822"/>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91316881"/>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ection Header 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64008" y="1435608"/>
            <a:ext cx="11594592" cy="5559552"/>
          </a:xfrm>
        </p:spPr>
        <p:txBody>
          <a:bodyPr anchor="b">
            <a:normAutofit/>
          </a:bodyPr>
          <a:lstStyle>
            <a:lvl1pPr>
              <a:lnSpc>
                <a:spcPct val="67000"/>
              </a:lnSpc>
              <a:defRPr sz="14800">
                <a:solidFill>
                  <a:schemeClr val="accent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p:txBody>
          <a:bodyPr/>
          <a:lstStyle>
            <a:lvl1pPr>
              <a:defRPr>
                <a:solidFill>
                  <a:schemeClr val="accent1"/>
                </a:solidFill>
              </a:defRPr>
            </a:lvl1pPr>
          </a:lstStyle>
          <a:p>
            <a:r>
              <a:rPr lang="en-US"/>
              <a:t>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accent1"/>
                </a:solidFill>
              </a:defRPr>
            </a:lvl1pPr>
          </a:lstStyle>
          <a:p>
            <a:fld id="{4B393500-FDAE-4B7A-8E90-4B7ED0649363}" type="datetime1">
              <a:rPr lang="en-US" smtClean="0"/>
              <a:t>6/7/2026</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accent1"/>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7F716D65-B11C-E9B7-66BF-88E72C5DCEBA}"/>
              </a:ext>
            </a:extLst>
          </p:cNvPr>
          <p:cNvCxnSpPr>
            <a:cxnSpLocks/>
          </p:cNvCxnSpPr>
          <p:nvPr/>
        </p:nvCxnSpPr>
        <p:spPr>
          <a:xfrm>
            <a:off x="0" y="783822"/>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678403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Agenda">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7" y="886968"/>
            <a:ext cx="11405277" cy="1170432"/>
          </a:xfrm>
        </p:spPr>
        <p:txBody>
          <a:bodyPr>
            <a:normAutofit/>
          </a:bodyPr>
          <a:lstStyle>
            <a:lvl1pPr>
              <a:defRPr sz="8800">
                <a:solidFill>
                  <a:schemeClr val="accent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07599C6D-D164-AA94-72F8-241C187199F2}"/>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64881" y="2832652"/>
            <a:ext cx="6893719" cy="3508951"/>
          </a:xfrm>
        </p:spPr>
        <p:txBody>
          <a:bodyPr anchor="t">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0B50CAA-07B2-F8CA-1425-4249CE17A802}"/>
              </a:ext>
            </a:extLst>
          </p:cNvPr>
          <p:cNvSpPr>
            <a:spLocks noGrp="1"/>
          </p:cNvSpPr>
          <p:nvPr>
            <p:ph type="dt" sz="half" idx="10"/>
          </p:nvPr>
        </p:nvSpPr>
        <p:spPr/>
        <p:txBody>
          <a:bodyPr/>
          <a:lstStyle/>
          <a:p>
            <a:fld id="{D9D311C3-93DB-42DC-917F-4386F19A1E3B}" type="datetime1">
              <a:rPr lang="en-US" smtClean="0"/>
              <a:t>6/7/2026</a:t>
            </a:fld>
            <a:endParaRPr lang="en-US"/>
          </a:p>
        </p:txBody>
      </p:sp>
      <p:sp>
        <p:nvSpPr>
          <p:cNvPr id="11" name="Slide Number Placeholder 10">
            <a:extLst>
              <a:ext uri="{FF2B5EF4-FFF2-40B4-BE49-F238E27FC236}">
                <a16:creationId xmlns:a16="http://schemas.microsoft.com/office/drawing/2014/main" id="{5DEAD866-E26E-BF23-7B5D-9F689B2FA881}"/>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E8AC7CAE-FC19-2728-AA3B-1D2FE7879B25}"/>
              </a:ext>
            </a:extLst>
          </p:cNvPr>
          <p:cNvCxnSpPr>
            <a:cxnSpLocks/>
          </p:cNvCxnSpPr>
          <p:nvPr/>
        </p:nvCxnSpPr>
        <p:spPr>
          <a:xfrm>
            <a:off x="0" y="2118492"/>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11B3592-91FB-05F4-B422-A40D7CD4DE2D}"/>
              </a:ext>
            </a:extLst>
          </p:cNvPr>
          <p:cNvCxnSpPr>
            <a:cxnSpLocks/>
          </p:cNvCxnSpPr>
          <p:nvPr/>
        </p:nvCxnSpPr>
        <p:spPr>
          <a:xfrm>
            <a:off x="0" y="800100"/>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3842651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Agenda with Pictur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266944" y="521208"/>
            <a:ext cx="6647688" cy="1865376"/>
          </a:xfrm>
        </p:spPr>
        <p:txBody>
          <a:bodyPr>
            <a:normAutofit/>
          </a:bodyPr>
          <a:lstStyle>
            <a:lvl1pPr>
              <a:defRPr sz="8000">
                <a:solidFill>
                  <a:schemeClr val="accent1"/>
                </a:solidFill>
              </a:defRPr>
            </a:lvl1pPr>
          </a:lstStyle>
          <a:p>
            <a:r>
              <a:rPr lang="en-US"/>
              <a:t>Click to edit Master title style</a:t>
            </a:r>
          </a:p>
        </p:txBody>
      </p:sp>
      <p:sp>
        <p:nvSpPr>
          <p:cNvPr id="12" name="Picture Placeholder 11">
            <a:extLst>
              <a:ext uri="{FF2B5EF4-FFF2-40B4-BE49-F238E27FC236}">
                <a16:creationId xmlns:a16="http://schemas.microsoft.com/office/drawing/2014/main" id="{AD3A4126-4E48-DD2C-1468-6A36AE6C1D14}"/>
              </a:ext>
            </a:extLst>
          </p:cNvPr>
          <p:cNvSpPr>
            <a:spLocks noGrp="1"/>
          </p:cNvSpPr>
          <p:nvPr>
            <p:ph type="pic" sz="quarter" idx="13" hasCustomPrompt="1"/>
          </p:nvPr>
        </p:nvSpPr>
        <p:spPr>
          <a:xfrm>
            <a:off x="0" y="0"/>
            <a:ext cx="4917320" cy="6858000"/>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266943" y="2651760"/>
            <a:ext cx="6327648" cy="3547872"/>
          </a:xfrm>
        </p:spPr>
        <p:txBody>
          <a:bodyPr>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271899" y="21031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573511" y="210312"/>
            <a:ext cx="1679642" cy="411480"/>
          </a:xfrm>
        </p:spPr>
        <p:txBody>
          <a:bodyPr/>
          <a:lstStyle/>
          <a:p>
            <a:fld id="{948C47DC-C479-4517-B1B0-94DB01BA76E7}" type="datetime1">
              <a:rPr lang="en-US" smtClean="0"/>
              <a:t>6/7/2026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E7633BE4-C9B9-310C-1EAE-191B5D344B59}"/>
              </a:ext>
            </a:extLst>
          </p:cNvPr>
          <p:cNvCxnSpPr>
            <a:cxnSpLocks/>
          </p:cNvCxnSpPr>
          <p:nvPr/>
        </p:nvCxnSpPr>
        <p:spPr>
          <a:xfrm>
            <a:off x="4923916" y="2452449"/>
            <a:ext cx="7268084"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EA010762-96A4-4E1C-CD5D-EE1C1D1FC6E2}"/>
              </a:ext>
            </a:extLst>
          </p:cNvPr>
          <p:cNvCxnSpPr>
            <a:cxnSpLocks/>
          </p:cNvCxnSpPr>
          <p:nvPr/>
        </p:nvCxnSpPr>
        <p:spPr>
          <a:xfrm flipV="1">
            <a:off x="4923916" y="0"/>
            <a:ext cx="0" cy="685800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63714068"/>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394368" y="1589105"/>
            <a:ext cx="5403264" cy="1622994"/>
          </a:xfrm>
        </p:spPr>
        <p:txBody>
          <a:bodyPr vert="horz" lIns="91440" tIns="45720" rIns="91440" bIns="45720" rtlCol="0" anchor="b">
            <a:normAutofit/>
          </a:bodyPr>
          <a:lstStyle>
            <a:lvl1pPr algn="ctr">
              <a:defRPr lang="en-US" sz="44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D956E9D4-3B6F-5DDD-5E3B-A829B10ED9F1}"/>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394368" y="3395398"/>
            <a:ext cx="5403264" cy="1837985"/>
          </a:xfrm>
        </p:spPr>
        <p:txBody>
          <a:bodyPr anchor="t"/>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F60BAB4-BB08-FD4A-678D-2FFE35A0DFDA}"/>
              </a:ext>
            </a:extLst>
          </p:cNvPr>
          <p:cNvSpPr>
            <a:spLocks noGrp="1"/>
          </p:cNvSpPr>
          <p:nvPr>
            <p:ph type="dt" sz="half" idx="10"/>
          </p:nvPr>
        </p:nvSpPr>
        <p:spPr/>
        <p:txBody>
          <a:bodyPr/>
          <a:lstStyle/>
          <a:p>
            <a:fld id="{B24F1FC4-E055-4072-90AD-B359FC529E8A}" type="datetime1">
              <a:rPr lang="en-US" smtClean="0"/>
              <a:t>6/7/2026</a:t>
            </a:fld>
            <a:endParaRPr lang="en-US"/>
          </a:p>
        </p:txBody>
      </p:sp>
      <p:sp>
        <p:nvSpPr>
          <p:cNvPr id="10" name="Slide Number Placeholder 9">
            <a:extLst>
              <a:ext uri="{FF2B5EF4-FFF2-40B4-BE49-F238E27FC236}">
                <a16:creationId xmlns:a16="http://schemas.microsoft.com/office/drawing/2014/main" id="{DBF6EF0E-4178-1F33-0BF9-2A2B4C33C257}"/>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B21C4E92-1D0B-ABAB-54CA-016BB17A93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D801A3D6-493E-2CE6-4153-5A2D3C978311}"/>
              </a:ext>
            </a:extLst>
          </p:cNvPr>
          <p:cNvCxnSpPr>
            <a:cxnSpLocks/>
          </p:cNvCxnSpPr>
          <p:nvPr/>
        </p:nvCxnSpPr>
        <p:spPr>
          <a:xfrm>
            <a:off x="2673336"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1D7E29DE-22CD-1512-C9E7-51C4D8B5F337}"/>
              </a:ext>
            </a:extLst>
          </p:cNvPr>
          <p:cNvCxnSpPr>
            <a:cxnSpLocks/>
          </p:cNvCxnSpPr>
          <p:nvPr/>
        </p:nvCxnSpPr>
        <p:spPr>
          <a:xfrm>
            <a:off x="9526413"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143565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17772" y="1100834"/>
            <a:ext cx="8533261" cy="2314842"/>
          </a:xfrm>
        </p:spPr>
        <p:txBody>
          <a:bodyPr vert="horz" lIns="91440" tIns="45720" rIns="91440" bIns="45720" rtlCol="0" anchor="t">
            <a:normAutofit/>
          </a:bodyPr>
          <a:lstStyle>
            <a:lvl1pPr>
              <a:defRPr lang="en-US" sz="8000" dirty="0"/>
            </a:lvl1pPr>
          </a:lstStyle>
          <a:p>
            <a:pPr lvl="0"/>
            <a:r>
              <a:rPr lang="en-US"/>
              <a:t>Click to edit Master title style</a:t>
            </a:r>
          </a:p>
        </p:txBody>
      </p:sp>
      <p:sp>
        <p:nvSpPr>
          <p:cNvPr id="12" name="Footer Placeholder 11">
            <a:extLst>
              <a:ext uri="{FF2B5EF4-FFF2-40B4-BE49-F238E27FC236}">
                <a16:creationId xmlns:a16="http://schemas.microsoft.com/office/drawing/2014/main" id="{F6B2ADB6-8B11-5463-D307-3F4916CA6A70}"/>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566893" y="3442324"/>
            <a:ext cx="3894179" cy="2274889"/>
          </a:xfrm>
        </p:spPr>
        <p:txBody>
          <a:bodyPr vert="horz" lIns="91440" tIns="45720" rIns="91440" bIns="45720" rtlCol="0" anchor="b">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10">
            <a:extLst>
              <a:ext uri="{FF2B5EF4-FFF2-40B4-BE49-F238E27FC236}">
                <a16:creationId xmlns:a16="http://schemas.microsoft.com/office/drawing/2014/main" id="{1A9A27FE-5C62-0E4C-1D35-2B5BE652199D}"/>
              </a:ext>
            </a:extLst>
          </p:cNvPr>
          <p:cNvSpPr>
            <a:spLocks noGrp="1"/>
          </p:cNvSpPr>
          <p:nvPr>
            <p:ph type="dt" sz="half" idx="10"/>
          </p:nvPr>
        </p:nvSpPr>
        <p:spPr/>
        <p:txBody>
          <a:bodyPr/>
          <a:lstStyle/>
          <a:p>
            <a:fld id="{69AE50BB-FE55-4F45-B460-B5BF3CD2BA72}" type="datetime1">
              <a:rPr lang="en-US" smtClean="0"/>
              <a:t>6/7/2026</a:t>
            </a:fld>
            <a:endParaRPr lang="en-US"/>
          </a:p>
        </p:txBody>
      </p:sp>
      <p:sp>
        <p:nvSpPr>
          <p:cNvPr id="13" name="Slide Number Placeholder 12">
            <a:extLst>
              <a:ext uri="{FF2B5EF4-FFF2-40B4-BE49-F238E27FC236}">
                <a16:creationId xmlns:a16="http://schemas.microsoft.com/office/drawing/2014/main" id="{047450B0-6060-60C9-5AC2-20186A242445}"/>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B21C4E92-1D0B-ABAB-54CA-016BB17A93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001090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1" y="2077374"/>
            <a:ext cx="4479107" cy="2691413"/>
          </a:xfrm>
        </p:spPr>
        <p:txBody>
          <a:bodyPr vert="horz" lIns="91440" tIns="45720" rIns="91440" bIns="45720" rtlCol="0" anchor="ctr">
            <a:normAutofit/>
          </a:bodyPr>
          <a:lstStyle>
            <a:lvl1pPr>
              <a:defRPr lang="en-US" sz="6600" dirty="0"/>
            </a:lvl1pPr>
          </a:lstStyle>
          <a:p>
            <a:pPr lvl="0"/>
            <a:r>
              <a:rPr lang="en-US"/>
              <a:t>Click to edit Master title style</a:t>
            </a:r>
          </a:p>
        </p:txBody>
      </p:sp>
      <p:sp>
        <p:nvSpPr>
          <p:cNvPr id="10" name="Footer Placeholder 9">
            <a:extLst>
              <a:ext uri="{FF2B5EF4-FFF2-40B4-BE49-F238E27FC236}">
                <a16:creationId xmlns:a16="http://schemas.microsoft.com/office/drawing/2014/main" id="{F7DEB5EF-910B-9B2B-CB95-1AD374FECAFB}"/>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751577" y="2210542"/>
            <a:ext cx="5869293" cy="243247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5FD4BD0F-0EF0-D5B9-5485-1ECB765DC5D9}"/>
              </a:ext>
            </a:extLst>
          </p:cNvPr>
          <p:cNvSpPr>
            <a:spLocks noGrp="1"/>
          </p:cNvSpPr>
          <p:nvPr>
            <p:ph type="dt" sz="half" idx="10"/>
          </p:nvPr>
        </p:nvSpPr>
        <p:spPr>
          <a:xfrm>
            <a:off x="5751577" y="207982"/>
            <a:ext cx="1921315" cy="413360"/>
          </a:xfrm>
        </p:spPr>
        <p:txBody>
          <a:bodyPr/>
          <a:lstStyle/>
          <a:p>
            <a:fld id="{F92C9D0B-C1A3-434D-9CF9-A666A14DD8A1}" type="datetime1">
              <a:rPr lang="en-US" smtClean="0"/>
              <a:t>6/7/2026</a:t>
            </a:fld>
            <a:endParaRPr lang="en-US"/>
          </a:p>
        </p:txBody>
      </p:sp>
      <p:sp>
        <p:nvSpPr>
          <p:cNvPr id="12" name="Slide Number Placeholder 11">
            <a:extLst>
              <a:ext uri="{FF2B5EF4-FFF2-40B4-BE49-F238E27FC236}">
                <a16:creationId xmlns:a16="http://schemas.microsoft.com/office/drawing/2014/main" id="{8566B317-2D55-4797-E621-551FCA482D78}"/>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5311938" y="1550633"/>
            <a:ext cx="0" cy="375673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790D5D6-313A-8ACD-591F-F8BEC510B947}"/>
              </a:ext>
            </a:extLst>
          </p:cNvPr>
          <p:cNvCxnSpPr>
            <a:cxnSpLocks/>
          </p:cNvCxnSpPr>
          <p:nvPr/>
        </p:nvCxnSpPr>
        <p:spPr>
          <a:xfrm>
            <a:off x="0" y="5308844"/>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F6F1415-3933-6D89-472D-2FA4BBB279E7}"/>
              </a:ext>
            </a:extLst>
          </p:cNvPr>
          <p:cNvCxnSpPr>
            <a:cxnSpLocks/>
          </p:cNvCxnSpPr>
          <p:nvPr/>
        </p:nvCxnSpPr>
        <p:spPr>
          <a:xfrm>
            <a:off x="0" y="155063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921832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1" y="1264785"/>
            <a:ext cx="4479107" cy="4315917"/>
          </a:xfrm>
        </p:spPr>
        <p:txBody>
          <a:bodyPr vert="horz" lIns="91440" tIns="45720" rIns="91440" bIns="45720" rtlCol="0" anchor="ctr">
            <a:normAutofit/>
          </a:bodyPr>
          <a:lstStyle>
            <a:lvl1pPr>
              <a:defRPr lang="en-US" sz="6600" dirty="0"/>
            </a:lvl1pPr>
          </a:lstStyle>
          <a:p>
            <a:pPr lvl="0"/>
            <a:r>
              <a:rPr lang="en-US"/>
              <a:t>Click to edit Master title style</a:t>
            </a:r>
          </a:p>
        </p:txBody>
      </p:sp>
      <p:sp>
        <p:nvSpPr>
          <p:cNvPr id="10" name="Footer Placeholder 9">
            <a:extLst>
              <a:ext uri="{FF2B5EF4-FFF2-40B4-BE49-F238E27FC236}">
                <a16:creationId xmlns:a16="http://schemas.microsoft.com/office/drawing/2014/main" id="{922A59EF-3E61-0654-D289-2E1D6B738BA9}"/>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751577" y="1264782"/>
            <a:ext cx="5869293" cy="431592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1E4E1FBF-A73A-1962-4961-FD2DDB212A04}"/>
              </a:ext>
            </a:extLst>
          </p:cNvPr>
          <p:cNvSpPr>
            <a:spLocks noGrp="1"/>
          </p:cNvSpPr>
          <p:nvPr>
            <p:ph type="dt" sz="half" idx="10"/>
          </p:nvPr>
        </p:nvSpPr>
        <p:spPr>
          <a:xfrm>
            <a:off x="5751577" y="207982"/>
            <a:ext cx="1921315" cy="413360"/>
          </a:xfrm>
        </p:spPr>
        <p:txBody>
          <a:bodyPr/>
          <a:lstStyle/>
          <a:p>
            <a:fld id="{A160C79D-A598-4F1A-884F-A703D5B0FD7B}" type="datetime1">
              <a:rPr lang="en-US" smtClean="0"/>
              <a:t>6/7/2026</a:t>
            </a:fld>
            <a:endParaRPr lang="en-US"/>
          </a:p>
        </p:txBody>
      </p:sp>
      <p:sp>
        <p:nvSpPr>
          <p:cNvPr id="11" name="Slide Number Placeholder 10">
            <a:extLst>
              <a:ext uri="{FF2B5EF4-FFF2-40B4-BE49-F238E27FC236}">
                <a16:creationId xmlns:a16="http://schemas.microsoft.com/office/drawing/2014/main" id="{EB5754BB-F3CF-1B1E-E0B8-85D0578CB61D}"/>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5311938" y="787587"/>
            <a:ext cx="0" cy="527031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790D5D6-313A-8ACD-591F-F8BEC510B947}"/>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983828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2" y="1249959"/>
            <a:ext cx="4085912" cy="5125673"/>
          </a:xfrm>
        </p:spPr>
        <p:txBody>
          <a:bodyPr vert="horz" lIns="91440" tIns="45720" rIns="91440" bIns="45720" rtlCol="0" anchor="t">
            <a:normAutofit/>
          </a:bodyPr>
          <a:lstStyle>
            <a:lvl1pPr>
              <a:defRPr lang="en-US" sz="66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2A5B8121-E925-2131-A76A-FBDAB0BC9C80}"/>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4" y="1249959"/>
            <a:ext cx="6440424" cy="52387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DBA5BEFD-7245-BB4D-0F86-F1C3A32E0676}"/>
              </a:ext>
            </a:extLst>
          </p:cNvPr>
          <p:cNvSpPr>
            <a:spLocks noGrp="1"/>
          </p:cNvSpPr>
          <p:nvPr>
            <p:ph type="dt" sz="half" idx="10"/>
          </p:nvPr>
        </p:nvSpPr>
        <p:spPr>
          <a:xfrm>
            <a:off x="5363852" y="207982"/>
            <a:ext cx="1921315" cy="413360"/>
          </a:xfrm>
        </p:spPr>
        <p:txBody>
          <a:bodyPr/>
          <a:lstStyle/>
          <a:p>
            <a:fld id="{742A22FE-7CAA-4561-B3B2-F8D8C37BE3D2}" type="datetime1">
              <a:rPr lang="en-US" smtClean="0"/>
              <a:t>6/7/2026</a:t>
            </a:fld>
            <a:endParaRPr lang="en-US"/>
          </a:p>
        </p:txBody>
      </p:sp>
      <p:sp>
        <p:nvSpPr>
          <p:cNvPr id="10" name="Slide Number Placeholder 9">
            <a:extLst>
              <a:ext uri="{FF2B5EF4-FFF2-40B4-BE49-F238E27FC236}">
                <a16:creationId xmlns:a16="http://schemas.microsoft.com/office/drawing/2014/main" id="{85879897-4AF6-4B38-AB30-8DD979DC52CE}"/>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4918746" y="805343"/>
            <a:ext cx="0" cy="605265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423119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1034473"/>
            <a:ext cx="11420337" cy="1582221"/>
          </a:xfrm>
        </p:spPr>
        <p:txBody>
          <a:bodyPr/>
          <a:lstStyle>
            <a:lvl1pPr>
              <a:defRPr sz="6600">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9" y="2974109"/>
            <a:ext cx="11420336" cy="34015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E617F9A-AF72-E9F9-FE67-264CFD0B855C}"/>
              </a:ext>
            </a:extLst>
          </p:cNvPr>
          <p:cNvSpPr>
            <a:spLocks noGrp="1"/>
          </p:cNvSpPr>
          <p:nvPr>
            <p:ph type="ftr" sz="quarter" idx="11"/>
          </p:nvPr>
        </p:nvSpPr>
        <p:spPr/>
        <p:txBody>
          <a:bodyPr/>
          <a:lstStyle/>
          <a:p>
            <a:r>
              <a:rPr lang="en-US"/>
              <a:t>Footer Text</a:t>
            </a:r>
          </a:p>
        </p:txBody>
      </p:sp>
      <p:sp>
        <p:nvSpPr>
          <p:cNvPr id="8" name="Date Placeholder 7">
            <a:extLst>
              <a:ext uri="{FF2B5EF4-FFF2-40B4-BE49-F238E27FC236}">
                <a16:creationId xmlns:a16="http://schemas.microsoft.com/office/drawing/2014/main" id="{70522668-B624-9A0D-743B-874B6468AC18}"/>
              </a:ext>
            </a:extLst>
          </p:cNvPr>
          <p:cNvSpPr>
            <a:spLocks noGrp="1"/>
          </p:cNvSpPr>
          <p:nvPr>
            <p:ph type="dt" sz="half" idx="10"/>
          </p:nvPr>
        </p:nvSpPr>
        <p:spPr/>
        <p:txBody>
          <a:bodyPr/>
          <a:lstStyle/>
          <a:p>
            <a:fld id="{7DD67DB9-842B-4031-A4D5-ECF9E159B606}" type="datetime1">
              <a:rPr lang="en-US" smtClean="0"/>
              <a:t>6/7/2026</a:t>
            </a:fld>
            <a:endParaRPr lang="en-US"/>
          </a:p>
        </p:txBody>
      </p:sp>
      <p:sp>
        <p:nvSpPr>
          <p:cNvPr id="10" name="Slide Number Placeholder 9">
            <a:extLst>
              <a:ext uri="{FF2B5EF4-FFF2-40B4-BE49-F238E27FC236}">
                <a16:creationId xmlns:a16="http://schemas.microsoft.com/office/drawing/2014/main" id="{F09EC300-3CBF-3BA7-991F-4143EBA209C4}"/>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093DFD8D-B66E-C844-B523-E3C51265F5EA}"/>
              </a:ext>
            </a:extLst>
          </p:cNvPr>
          <p:cNvCxnSpPr>
            <a:cxnSpLocks/>
          </p:cNvCxnSpPr>
          <p:nvPr/>
        </p:nvCxnSpPr>
        <p:spPr>
          <a:xfrm>
            <a:off x="0" y="2703185"/>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351601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5088" y="1249959"/>
            <a:ext cx="3578905" cy="5125673"/>
          </a:xfr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34E7AB67-A25E-F99D-7053-223A31AB4A91}"/>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75958" y="1249958"/>
            <a:ext cx="7022846" cy="53629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44B773E1-C0C5-10BC-5283-0943095DF2D9}"/>
              </a:ext>
            </a:extLst>
          </p:cNvPr>
          <p:cNvSpPr>
            <a:spLocks noGrp="1"/>
          </p:cNvSpPr>
          <p:nvPr>
            <p:ph type="dt" sz="half" idx="10"/>
          </p:nvPr>
        </p:nvSpPr>
        <p:spPr>
          <a:xfrm>
            <a:off x="4775958" y="207982"/>
            <a:ext cx="1921315" cy="413360"/>
          </a:xfrm>
        </p:spPr>
        <p:txBody>
          <a:bodyPr/>
          <a:lstStyle/>
          <a:p>
            <a:fld id="{CBE35CD3-9190-4B1C-AA9F-C899B0873567}" type="datetime1">
              <a:rPr lang="en-US" smtClean="0"/>
              <a:t>6/7/2026</a:t>
            </a:fld>
            <a:endParaRPr lang="en-US"/>
          </a:p>
        </p:txBody>
      </p:sp>
      <p:sp>
        <p:nvSpPr>
          <p:cNvPr id="10" name="Slide Number Placeholder 9">
            <a:extLst>
              <a:ext uri="{FF2B5EF4-FFF2-40B4-BE49-F238E27FC236}">
                <a16:creationId xmlns:a16="http://schemas.microsoft.com/office/drawing/2014/main" id="{8E615B6D-D0FF-BC11-9C32-FDA7B7D08BA8}"/>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4336321" y="805343"/>
            <a:ext cx="0" cy="605265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090033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obj"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683140"/>
            <a:ext cx="11452341" cy="66569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2" name="Footer Placeholder 11">
            <a:extLst>
              <a:ext uri="{FF2B5EF4-FFF2-40B4-BE49-F238E27FC236}">
                <a16:creationId xmlns:a16="http://schemas.microsoft.com/office/drawing/2014/main" id="{E3CC60A8-3DE8-B0E7-1EC5-2B337CF2BA7D}"/>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8" y="1743311"/>
            <a:ext cx="11452342" cy="4916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7EB01C-FB71-1416-6F69-B25D90D39C0F}"/>
              </a:ext>
            </a:extLst>
          </p:cNvPr>
          <p:cNvSpPr>
            <a:spLocks noGrp="1"/>
          </p:cNvSpPr>
          <p:nvPr>
            <p:ph type="dt" sz="half" idx="10"/>
          </p:nvPr>
        </p:nvSpPr>
        <p:spPr/>
        <p:txBody>
          <a:bodyPr/>
          <a:lstStyle/>
          <a:p>
            <a:fld id="{52A7ABF8-FBB9-4C71-BBD7-96C5E24AE291}" type="datetime1">
              <a:rPr lang="en-US" smtClean="0"/>
              <a:t>6/7/2026</a:t>
            </a:fld>
            <a:endParaRPr lang="en-US"/>
          </a:p>
        </p:txBody>
      </p:sp>
      <p:sp>
        <p:nvSpPr>
          <p:cNvPr id="13" name="Slide Number Placeholder 12">
            <a:extLst>
              <a:ext uri="{FF2B5EF4-FFF2-40B4-BE49-F238E27FC236}">
                <a16:creationId xmlns:a16="http://schemas.microsoft.com/office/drawing/2014/main" id="{8E842DA4-700F-A2D4-6AB8-0BAEDF3210BE}"/>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C5BF1F3F-87E2-1270-FB4D-FD251AD7E63C}"/>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920236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330876" y="749808"/>
            <a:ext cx="6442024" cy="2039112"/>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910328" cy="6858000"/>
          </a:xfrm>
          <a:blipFill>
            <a:blip r:embed="rId2">
              <a:alphaModFix amt="8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330875" y="21348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609227" y="210312"/>
            <a:ext cx="1679642" cy="411480"/>
          </a:xfrm>
        </p:spPr>
        <p:txBody>
          <a:bodyPr/>
          <a:lstStyle/>
          <a:p>
            <a:fld id="{491FA625-EDE8-4CCD-93F2-36B8EAED6AA1}" type="datetime1">
              <a:rPr lang="en-US" smtClean="0"/>
              <a:t>6/7/2026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30875" y="2944368"/>
            <a:ext cx="6442025" cy="3571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10328"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5741854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6499654" cy="2039112"/>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1"/>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364879" y="210311"/>
            <a:ext cx="1679642" cy="411480"/>
          </a:xfrm>
        </p:spPr>
        <p:txBody>
          <a:bodyPr/>
          <a:lstStyle/>
          <a:p>
            <a:fld id="{18520A44-1A63-4FB7-80E4-61FF907A138E}" type="datetime1">
              <a:rPr lang="en-US" smtClean="0"/>
              <a:t>6/7/2026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6147480" y="210312"/>
            <a:ext cx="546447"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8" y="2944368"/>
            <a:ext cx="6499657" cy="35822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277621" y="0"/>
            <a:ext cx="4914379" cy="6858000"/>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7272857"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101105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750308" y="612648"/>
            <a:ext cx="7022592" cy="1033272"/>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342584" cy="6858000"/>
          </a:xfrm>
          <a:blipFill>
            <a:blip r:embed="rId2">
              <a:alphaModFix amt="80000"/>
            </a:blip>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CD81791C-036D-058C-0055-96793694D657}"/>
              </a:ext>
            </a:extLst>
          </p:cNvPr>
          <p:cNvSpPr>
            <a:spLocks noGrp="1"/>
          </p:cNvSpPr>
          <p:nvPr>
            <p:ph type="ftr" sz="quarter" idx="15"/>
          </p:nvPr>
        </p:nvSpPr>
        <p:spPr>
          <a:xfrm>
            <a:off x="4750307" y="210312"/>
            <a:ext cx="3531437" cy="413360"/>
          </a:xfrm>
        </p:spPr>
        <p:txBody>
          <a:bodyPr/>
          <a:lstStyle/>
          <a:p>
            <a:r>
              <a:rPr lang="en-US"/>
              <a:t>Footer Text</a:t>
            </a:r>
          </a:p>
        </p:txBody>
      </p:sp>
      <p:sp>
        <p:nvSpPr>
          <p:cNvPr id="7" name="Date Placeholder 6">
            <a:extLst>
              <a:ext uri="{FF2B5EF4-FFF2-40B4-BE49-F238E27FC236}">
                <a16:creationId xmlns:a16="http://schemas.microsoft.com/office/drawing/2014/main" id="{E2A8DE5B-9C41-DE5B-BF91-98510120DCFE}"/>
              </a:ext>
            </a:extLst>
          </p:cNvPr>
          <p:cNvSpPr>
            <a:spLocks noGrp="1"/>
          </p:cNvSpPr>
          <p:nvPr>
            <p:ph type="dt" sz="half" idx="14"/>
          </p:nvPr>
        </p:nvSpPr>
        <p:spPr>
          <a:xfrm>
            <a:off x="9582299" y="210312"/>
            <a:ext cx="1679642" cy="413360"/>
          </a:xfrm>
        </p:spPr>
        <p:txBody>
          <a:bodyPr/>
          <a:lstStyle/>
          <a:p>
            <a:fld id="{5824A7B9-17B9-4425-9158-739F678A55EB}" type="datetime1">
              <a:rPr lang="en-US" smtClean="0"/>
              <a:t>6/7/2026</a:t>
            </a:fld>
            <a:endParaRPr lang="en-US"/>
          </a:p>
        </p:txBody>
      </p:sp>
      <p:sp>
        <p:nvSpPr>
          <p:cNvPr id="11" name="Slide Number Placeholder 10">
            <a:extLst>
              <a:ext uri="{FF2B5EF4-FFF2-40B4-BE49-F238E27FC236}">
                <a16:creationId xmlns:a16="http://schemas.microsoft.com/office/drawing/2014/main" id="{0E0FD979-F905-C567-8E21-A3EDCE179803}"/>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50307" y="1746503"/>
            <a:ext cx="7022592" cy="48066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345760"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9755964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612648"/>
            <a:ext cx="7015483" cy="1033272"/>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Footer Placeholder 10">
            <a:extLst>
              <a:ext uri="{FF2B5EF4-FFF2-40B4-BE49-F238E27FC236}">
                <a16:creationId xmlns:a16="http://schemas.microsoft.com/office/drawing/2014/main" id="{BB59EF2B-7C7F-BA27-16C2-C56B21D3774C}"/>
              </a:ext>
            </a:extLst>
          </p:cNvPr>
          <p:cNvSpPr>
            <a:spLocks noGrp="1"/>
          </p:cNvSpPr>
          <p:nvPr>
            <p:ph type="ftr" sz="quarter" idx="15"/>
          </p:nvPr>
        </p:nvSpPr>
        <p:spPr/>
        <p:txBody>
          <a:bodyPr/>
          <a:lstStyle/>
          <a:p>
            <a:r>
              <a:rPr lang="en-US"/>
              <a:t>Footer Text</a:t>
            </a:r>
          </a:p>
        </p:txBody>
      </p:sp>
      <p:sp>
        <p:nvSpPr>
          <p:cNvPr id="9" name="Date Placeholder 8">
            <a:extLst>
              <a:ext uri="{FF2B5EF4-FFF2-40B4-BE49-F238E27FC236}">
                <a16:creationId xmlns:a16="http://schemas.microsoft.com/office/drawing/2014/main" id="{2A99D216-CE5A-6458-A23E-BE0E554AC3D1}"/>
              </a:ext>
            </a:extLst>
          </p:cNvPr>
          <p:cNvSpPr>
            <a:spLocks noGrp="1"/>
          </p:cNvSpPr>
          <p:nvPr>
            <p:ph type="dt" sz="half" idx="14"/>
          </p:nvPr>
        </p:nvSpPr>
        <p:spPr>
          <a:xfrm>
            <a:off x="5224951" y="207982"/>
            <a:ext cx="1682496" cy="413360"/>
          </a:xfrm>
        </p:spPr>
        <p:txBody>
          <a:bodyPr/>
          <a:lstStyle/>
          <a:p>
            <a:fld id="{28E8FF4C-7F6A-4962-9270-F797B8959287}" type="datetime1">
              <a:rPr lang="en-US" smtClean="0"/>
              <a:t>6/7/2026</a:t>
            </a:fld>
            <a:endParaRPr lang="en-US"/>
          </a:p>
        </p:txBody>
      </p:sp>
      <p:sp>
        <p:nvSpPr>
          <p:cNvPr id="12" name="Slide Number Placeholder 11">
            <a:extLst>
              <a:ext uri="{FF2B5EF4-FFF2-40B4-BE49-F238E27FC236}">
                <a16:creationId xmlns:a16="http://schemas.microsoft.com/office/drawing/2014/main" id="{3220FA64-3C9A-EBCF-5C28-E7DED40C97DC}"/>
              </a:ext>
            </a:extLst>
          </p:cNvPr>
          <p:cNvSpPr>
            <a:spLocks noGrp="1"/>
          </p:cNvSpPr>
          <p:nvPr>
            <p:ph type="sldNum" sz="quarter" idx="16"/>
          </p:nvPr>
        </p:nvSpPr>
        <p:spPr>
          <a:xfrm>
            <a:off x="6789594" y="207982"/>
            <a:ext cx="546447"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746504"/>
            <a:ext cx="7018271" cy="4806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773592" y="0"/>
            <a:ext cx="4417215" cy="6858000"/>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776883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228497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60" y="749808"/>
            <a:ext cx="4163674" cy="2039112"/>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7520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073675" y="210312"/>
            <a:ext cx="1058111" cy="411480"/>
          </a:xfrm>
        </p:spPr>
        <p:txBody>
          <a:bodyPr/>
          <a:lstStyle/>
          <a:p>
            <a:fld id="{A2955807-6726-42C9-B7D5-F5CAD1E31DC0}" type="datetime1">
              <a:rPr lang="en-US" smtClean="0"/>
              <a:t>6/7/2026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054543" y="210312"/>
            <a:ext cx="440969"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61" y="2944368"/>
            <a:ext cx="4163674" cy="35822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4912658" y="0"/>
            <a:ext cx="7279341" cy="6858000"/>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08810"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8743138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17773" y="749808"/>
            <a:ext cx="5778227" cy="103327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969163" y="210312"/>
            <a:ext cx="1679642" cy="411480"/>
          </a:xfrm>
        </p:spPr>
        <p:txBody>
          <a:bodyPr/>
          <a:lstStyle/>
          <a:p>
            <a:fld id="{064F86E1-145A-4683-AD05-97E7E41B4995}" type="datetime1">
              <a:rPr lang="en-US" smtClean="0"/>
              <a:t>6/7/2026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5614093" y="210312"/>
            <a:ext cx="546447"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993391"/>
            <a:ext cx="5778227" cy="45598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575416" y="0"/>
            <a:ext cx="5616584" cy="6858000"/>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AF4034EB-F498-D527-195A-D17B85027774}"/>
              </a:ext>
            </a:extLst>
          </p:cNvPr>
          <p:cNvCxnSpPr>
            <a:cxnSpLocks/>
          </p:cNvCxnSpPr>
          <p:nvPr/>
        </p:nvCxnSpPr>
        <p:spPr>
          <a:xfrm>
            <a:off x="6570629"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713423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670308" y="853949"/>
            <a:ext cx="4102574" cy="1516070"/>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1" y="0"/>
            <a:ext cx="7285976" cy="6858000"/>
          </a:xfrm>
          <a:blipFill>
            <a:blip r:embed="rId2">
              <a:alphaModFix amt="8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7670308" y="213482"/>
            <a:ext cx="2129674"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930367" y="210312"/>
            <a:ext cx="1216834" cy="411480"/>
          </a:xfrm>
        </p:spPr>
        <p:txBody>
          <a:bodyPr/>
          <a:lstStyle/>
          <a:p>
            <a:fld id="{3E021DF1-F92E-444A-9AEF-304BD60FF6DA}" type="datetime1">
              <a:rPr lang="en-US" smtClean="0"/>
              <a:t>6/7/2026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26453" y="210312"/>
            <a:ext cx="679998"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70308" y="2578607"/>
            <a:ext cx="4102585" cy="39502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5" name="Straight Connector 14">
            <a:extLst>
              <a:ext uri="{FF2B5EF4-FFF2-40B4-BE49-F238E27FC236}">
                <a16:creationId xmlns:a16="http://schemas.microsoft.com/office/drawing/2014/main" id="{19E9D652-D7DE-25C0-FCD7-3031AEEB0C6C}"/>
              </a:ext>
            </a:extLst>
          </p:cNvPr>
          <p:cNvCxnSpPr>
            <a:cxnSpLocks/>
          </p:cNvCxnSpPr>
          <p:nvPr/>
        </p:nvCxnSpPr>
        <p:spPr>
          <a:xfrm>
            <a:off x="7291894"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249014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749808"/>
            <a:ext cx="4123680" cy="1517904"/>
          </a:xfrm>
        </p:spPr>
        <p:txBody>
          <a:bodyPr vert="horz" lIns="91440" tIns="45720" rIns="91440" bIns="45720" rtlCol="0" anchor="t">
            <a:normAutofit/>
          </a:bodyPr>
          <a:lstStyle>
            <a:lvl1pPr>
              <a:defRPr lang="en-US" sz="4000"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3" y="210312"/>
            <a:ext cx="2260057"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029329" y="210312"/>
            <a:ext cx="1058111" cy="411480"/>
          </a:xfrm>
        </p:spPr>
        <p:txBody>
          <a:bodyPr/>
          <a:lstStyle/>
          <a:p>
            <a:fld id="{96B14CE5-CB23-4F24-AF40-FFA10F25B799}" type="datetime1">
              <a:rPr lang="en-US" smtClean="0"/>
              <a:t>6/7/2026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010197" y="210312"/>
            <a:ext cx="440969"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9704" y="2578609"/>
            <a:ext cx="4130606" cy="37124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4912658" y="0"/>
            <a:ext cx="7279341" cy="6858000"/>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0796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266571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5" cy="960120"/>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F8890DBE-0DD3-8504-F95F-4225535FB1B9}"/>
              </a:ext>
            </a:extLst>
          </p:cNvPr>
          <p:cNvSpPr>
            <a:spLocks noGrp="1"/>
          </p:cNvSpPr>
          <p:nvPr>
            <p:ph type="ftr" sz="quarter" idx="15"/>
          </p:nvPr>
        </p:nvSpPr>
        <p:spPr/>
        <p:txBody>
          <a:bodyPr/>
          <a:lstStyle/>
          <a:p>
            <a:r>
              <a:rPr lang="en-US"/>
              <a:t>Footer Text</a:t>
            </a:r>
          </a:p>
        </p:txBody>
      </p:sp>
      <p:sp>
        <p:nvSpPr>
          <p:cNvPr id="7" name="Date Placeholder 6">
            <a:extLst>
              <a:ext uri="{FF2B5EF4-FFF2-40B4-BE49-F238E27FC236}">
                <a16:creationId xmlns:a16="http://schemas.microsoft.com/office/drawing/2014/main" id="{734BB28A-95D9-4CE6-DA59-520BA3C61CDB}"/>
              </a:ext>
            </a:extLst>
          </p:cNvPr>
          <p:cNvSpPr>
            <a:spLocks noGrp="1"/>
          </p:cNvSpPr>
          <p:nvPr>
            <p:ph type="dt" sz="half" idx="14"/>
          </p:nvPr>
        </p:nvSpPr>
        <p:spPr/>
        <p:txBody>
          <a:bodyPr/>
          <a:lstStyle/>
          <a:p>
            <a:fld id="{C939A3FF-4925-4C53-B6D9-F2B1807D4179}" type="datetime1">
              <a:rPr lang="en-US" smtClean="0"/>
              <a:t>6/7/2026</a:t>
            </a:fld>
            <a:endParaRPr lang="en-US"/>
          </a:p>
        </p:txBody>
      </p:sp>
      <p:sp>
        <p:nvSpPr>
          <p:cNvPr id="12" name="Slide Number Placeholder 11">
            <a:extLst>
              <a:ext uri="{FF2B5EF4-FFF2-40B4-BE49-F238E27FC236}">
                <a16:creationId xmlns:a16="http://schemas.microsoft.com/office/drawing/2014/main" id="{E1FA0A0C-CE55-CB7D-174D-D77937630A9D}"/>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2180556"/>
            <a:ext cx="5012355" cy="428425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5822674" y="1834524"/>
            <a:ext cx="6378722" cy="5023476"/>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5816454"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8344710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3" cy="960120"/>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58B12C2E-FD87-6FEB-F35D-ABCDF00C8DFA}"/>
              </a:ext>
            </a:extLst>
          </p:cNvPr>
          <p:cNvSpPr>
            <a:spLocks noGrp="1"/>
          </p:cNvSpPr>
          <p:nvPr>
            <p:ph type="ftr" sz="quarter" idx="15"/>
          </p:nvPr>
        </p:nvSpPr>
        <p:spPr/>
        <p:txBody>
          <a:bodyPr/>
          <a:lstStyle/>
          <a:p>
            <a:r>
              <a:rPr lang="en-US"/>
              <a:t>Footer Text</a:t>
            </a:r>
          </a:p>
        </p:txBody>
      </p:sp>
      <p:sp>
        <p:nvSpPr>
          <p:cNvPr id="7" name="Date Placeholder 6">
            <a:extLst>
              <a:ext uri="{FF2B5EF4-FFF2-40B4-BE49-F238E27FC236}">
                <a16:creationId xmlns:a16="http://schemas.microsoft.com/office/drawing/2014/main" id="{85656A87-5539-46DA-CF5D-F2506ECA3F8D}"/>
              </a:ext>
            </a:extLst>
          </p:cNvPr>
          <p:cNvSpPr>
            <a:spLocks noGrp="1"/>
          </p:cNvSpPr>
          <p:nvPr>
            <p:ph type="dt" sz="half" idx="14"/>
          </p:nvPr>
        </p:nvSpPr>
        <p:spPr/>
        <p:txBody>
          <a:bodyPr/>
          <a:lstStyle/>
          <a:p>
            <a:fld id="{C3A045AE-50EB-46C6-B8D1-C8DF92FBD24F}" type="datetime1">
              <a:rPr lang="en-US" smtClean="0"/>
              <a:t>6/7/2026</a:t>
            </a:fld>
            <a:endParaRPr lang="en-US"/>
          </a:p>
        </p:txBody>
      </p:sp>
      <p:sp>
        <p:nvSpPr>
          <p:cNvPr id="12" name="Slide Number Placeholder 11">
            <a:extLst>
              <a:ext uri="{FF2B5EF4-FFF2-40B4-BE49-F238E27FC236}">
                <a16:creationId xmlns:a16="http://schemas.microsoft.com/office/drawing/2014/main" id="{01AB7173-DF2F-B8EA-F83D-4C7263C765EB}"/>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1834525"/>
            <a:ext cx="4905942" cy="5023476"/>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32911" y="2180556"/>
            <a:ext cx="6435936" cy="430476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4914379"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69355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7" cy="960120"/>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BBEAB049-8AFC-5262-0ECB-2E9CDA2066B9}"/>
              </a:ext>
            </a:extLst>
          </p:cNvPr>
          <p:cNvSpPr>
            <a:spLocks noGrp="1"/>
          </p:cNvSpPr>
          <p:nvPr>
            <p:ph type="ftr" sz="quarter" idx="15"/>
          </p:nvPr>
        </p:nvSpPr>
        <p:spPr/>
        <p:txBody>
          <a:bodyPr/>
          <a:lstStyle/>
          <a:p>
            <a:r>
              <a:rPr lang="en-US"/>
              <a:t>Footer Text</a:t>
            </a:r>
          </a:p>
        </p:txBody>
      </p:sp>
      <p:sp>
        <p:nvSpPr>
          <p:cNvPr id="7" name="Date Placeholder 6">
            <a:extLst>
              <a:ext uri="{FF2B5EF4-FFF2-40B4-BE49-F238E27FC236}">
                <a16:creationId xmlns:a16="http://schemas.microsoft.com/office/drawing/2014/main" id="{6E26863A-85CF-52FA-E2B2-AF70382C6922}"/>
              </a:ext>
            </a:extLst>
          </p:cNvPr>
          <p:cNvSpPr>
            <a:spLocks noGrp="1"/>
          </p:cNvSpPr>
          <p:nvPr>
            <p:ph type="dt" sz="half" idx="14"/>
          </p:nvPr>
        </p:nvSpPr>
        <p:spPr/>
        <p:txBody>
          <a:bodyPr/>
          <a:lstStyle/>
          <a:p>
            <a:fld id="{E1987558-2E71-415A-A90B-E63D7A0329F1}" type="datetime1">
              <a:rPr lang="en-US" smtClean="0"/>
              <a:t>6/7/2026</a:t>
            </a:fld>
            <a:endParaRPr lang="en-US"/>
          </a:p>
        </p:txBody>
      </p:sp>
      <p:sp>
        <p:nvSpPr>
          <p:cNvPr id="12" name="Slide Number Placeholder 11">
            <a:extLst>
              <a:ext uri="{FF2B5EF4-FFF2-40B4-BE49-F238E27FC236}">
                <a16:creationId xmlns:a16="http://schemas.microsoft.com/office/drawing/2014/main" id="{1DF7822C-4885-9FA2-F9E5-E0B61BDDB416}"/>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2180556"/>
            <a:ext cx="6419605" cy="437535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286058" y="1834525"/>
            <a:ext cx="4905942" cy="5023476"/>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7286058"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649755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5166364"/>
            <a:ext cx="3656530" cy="1223420"/>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12198096" cy="4837176"/>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1" y="5166364"/>
            <a:ext cx="7073776" cy="122342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437376"/>
            <a:ext cx="2962656" cy="365125"/>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1" y="6437193"/>
            <a:ext cx="4549413" cy="365125"/>
          </a:xfrm>
        </p:spPr>
        <p:txBody>
          <a:bodyPr/>
          <a:lstStyle/>
          <a:p>
            <a:fld id="{220747AD-BB60-464B-B16B-6CC7DCEAA31E}" type="datetime1">
              <a:rPr lang="en-US" smtClean="0"/>
              <a:t>6/7/2026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437376"/>
            <a:ext cx="546447" cy="413360"/>
          </a:xfrm>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4837176"/>
            <a:ext cx="0" cy="202082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4842106"/>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7471634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4364336"/>
            <a:ext cx="3593592" cy="164772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12198096" cy="3985863"/>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0" y="4321099"/>
            <a:ext cx="7136195" cy="2067424"/>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437375"/>
            <a:ext cx="2962656" cy="36576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0" y="6437375"/>
            <a:ext cx="4549414" cy="365760"/>
          </a:xfrm>
        </p:spPr>
        <p:txBody>
          <a:bodyPr/>
          <a:lstStyle/>
          <a:p>
            <a:fld id="{9215AEAD-579C-4AC1-88F0-8AB8BCFD43FD}" type="datetime1">
              <a:rPr lang="en-US" smtClean="0"/>
              <a:t>6/7/2026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437376"/>
            <a:ext cx="546447" cy="365760"/>
          </a:xfrm>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3985863"/>
            <a:ext cx="0" cy="287213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3985863"/>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401849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749808"/>
            <a:ext cx="3593592" cy="1642125"/>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1" y="210311"/>
            <a:ext cx="4549413" cy="411480"/>
          </a:xfrm>
        </p:spPr>
        <p:txBody>
          <a:bodyPr/>
          <a:lstStyle/>
          <a:p>
            <a:fld id="{6F2DDD3F-C716-416F-92A0-B3CC5AC8AFF6}" type="datetime1">
              <a:rPr lang="en-US" smtClean="0"/>
              <a:t>6/7/2026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1" y="717941"/>
            <a:ext cx="7073776" cy="2066544"/>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3048520"/>
            <a:ext cx="12198096" cy="3809480"/>
          </a:xfrm>
          <a:blipFill>
            <a:blip r:embed="rId2">
              <a:alphaModFix amt="80000"/>
            </a:blip>
            <a:stretch>
              <a:fillRect/>
            </a:stretch>
          </a:blipFill>
        </p:spPr>
        <p:txBody>
          <a:bodyPr/>
          <a:lstStyle>
            <a:lvl1pPr marL="0" indent="0">
              <a:buNone/>
              <a:defRPr/>
            </a:lvl1pPr>
          </a:lstStyle>
          <a:p>
            <a:r>
              <a:rPr lang="en-US"/>
              <a:t> </a:t>
            </a:r>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0"/>
            <a:ext cx="0" cy="3045465"/>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3045465"/>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127484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Content with Picture 15">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4392B674-7AB8-8272-87B1-5B7038F7CB85}"/>
              </a:ext>
            </a:extLst>
          </p:cNvPr>
          <p:cNvSpPr>
            <a:spLocks noGrp="1"/>
          </p:cNvSpPr>
          <p:nvPr>
            <p:ph type="pic" sz="quarter" idx="13" hasCustomPrompt="1"/>
          </p:nvPr>
        </p:nvSpPr>
        <p:spPr>
          <a:xfrm>
            <a:off x="0" y="0"/>
            <a:ext cx="12191996" cy="6858000"/>
          </a:xfrm>
          <a:custGeom>
            <a:avLst/>
            <a:gdLst>
              <a:gd name="connsiteX0" fmla="*/ 795631 w 12191996"/>
              <a:gd name="connsiteY0" fmla="*/ 789997 h 6858000"/>
              <a:gd name="connsiteX1" fmla="*/ 795631 w 12191996"/>
              <a:gd name="connsiteY1" fmla="*/ 6068003 h 6858000"/>
              <a:gd name="connsiteX2" fmla="*/ 4649508 w 12191996"/>
              <a:gd name="connsiteY2" fmla="*/ 6068003 h 6858000"/>
              <a:gd name="connsiteX3" fmla="*/ 4649508 w 12191996"/>
              <a:gd name="connsiteY3" fmla="*/ 789997 h 6858000"/>
              <a:gd name="connsiteX4" fmla="*/ 0 w 12191996"/>
              <a:gd name="connsiteY4" fmla="*/ 0 h 6858000"/>
              <a:gd name="connsiteX5" fmla="*/ 12191996 w 12191996"/>
              <a:gd name="connsiteY5" fmla="*/ 0 h 6858000"/>
              <a:gd name="connsiteX6" fmla="*/ 12191996 w 12191996"/>
              <a:gd name="connsiteY6" fmla="*/ 6858000 h 6858000"/>
              <a:gd name="connsiteX7" fmla="*/ 0 w 1219199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6" h="6858000">
                <a:moveTo>
                  <a:pt x="795631" y="789997"/>
                </a:moveTo>
                <a:lnTo>
                  <a:pt x="795631" y="6068003"/>
                </a:lnTo>
                <a:lnTo>
                  <a:pt x="4649508" y="6068003"/>
                </a:lnTo>
                <a:lnTo>
                  <a:pt x="4649508" y="789997"/>
                </a:lnTo>
                <a:close/>
                <a:moveTo>
                  <a:pt x="0" y="0"/>
                </a:moveTo>
                <a:lnTo>
                  <a:pt x="12191996" y="0"/>
                </a:lnTo>
                <a:lnTo>
                  <a:pt x="12191996"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a:t> </a:t>
            </a:r>
          </a:p>
        </p:txBody>
      </p: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95631" y="789997"/>
            <a:ext cx="3853877" cy="5280546"/>
          </a:xfrm>
          <a:solidFill>
            <a:schemeClr val="bg2"/>
          </a:solidFill>
          <a:ln>
            <a:solidFill>
              <a:schemeClr val="tx2"/>
            </a:solidFill>
          </a:ln>
        </p:spPr>
        <p:txBody>
          <a:bodyPr vert="horz" lIns="45720" tIns="320040" rIns="91440" bIns="3840480" rtlCol="0" anchor="t">
            <a:normAutofit/>
          </a:bodyPr>
          <a:lstStyle>
            <a:lvl1pPr marL="182880">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688899" cy="411480"/>
          </a:xfrm>
        </p:spPr>
        <p:txBody>
          <a:bodyPr/>
          <a:lstStyle>
            <a:lvl1pPr>
              <a:defRPr>
                <a:solidFill>
                  <a:srgbClr val="FFFFFF"/>
                </a:solidFill>
                <a:effectLst>
                  <a:outerShdw blurRad="38100" dist="38100" dir="2700000" algn="tl">
                    <a:srgbClr val="000000">
                      <a:alpha val="43137"/>
                    </a:srgbClr>
                  </a:outerShdw>
                </a:effectLst>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129520" y="210312"/>
            <a:ext cx="1060704" cy="411480"/>
          </a:xfrm>
        </p:spPr>
        <p:txBody>
          <a:bodyPr/>
          <a:lstStyle>
            <a:lvl1pPr>
              <a:defRPr>
                <a:solidFill>
                  <a:srgbClr val="FFFFFF"/>
                </a:solidFill>
                <a:effectLst>
                  <a:outerShdw blurRad="38100" dist="38100" dir="2700000" algn="tl">
                    <a:srgbClr val="000000">
                      <a:alpha val="43137"/>
                    </a:srgbClr>
                  </a:outerShdw>
                </a:effectLst>
              </a:defRPr>
            </a:lvl1pPr>
          </a:lstStyle>
          <a:p>
            <a:fld id="{A1EA33C4-6E91-4A95-864E-A6A838FBE588}" type="datetime1">
              <a:rPr lang="en-US" smtClean="0"/>
              <a:t>6/7/2026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103061" y="210312"/>
            <a:ext cx="546447" cy="413360"/>
          </a:xfrm>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1051559" y="2356793"/>
            <a:ext cx="3364992" cy="3467535"/>
          </a:xfrm>
          <a:solidFill>
            <a:schemeClr val="bg2"/>
          </a:solidFill>
          <a:ln>
            <a:noFill/>
          </a:ln>
          <a:effectLst>
            <a:outerShdw dist="12700" dir="16200000" rotWithShape="0">
              <a:prstClr val="black"/>
            </a:outerShdw>
          </a:effectLst>
        </p:spPr>
        <p:txBody>
          <a:bodyPr lIns="45720" tIns="137160" rIns="45720" anchor="ctr">
            <a:normAutofit/>
          </a:bodyPr>
          <a:lstStyle>
            <a:lvl1pPr marL="0">
              <a:defRPr/>
            </a:lvl1pPr>
            <a:lvl2pPr marL="0">
              <a:defRPr/>
            </a:lvl2pPr>
            <a:lvl3pPr marL="0">
              <a:defRPr/>
            </a:lvl3pPr>
            <a:lvl4pPr marL="0">
              <a:defRPr/>
            </a:lvl4pPr>
            <a:lvl5pPr marL="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0641296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62002"/>
            <a:ext cx="6612786" cy="1555895"/>
          </a:xfr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6A2AC736-2858-40E1-3533-38692573ECE6}"/>
              </a:ext>
            </a:extLst>
          </p:cNvPr>
          <p:cNvSpPr>
            <a:spLocks noGrp="1"/>
          </p:cNvSpPr>
          <p:nvPr>
            <p:ph type="ftr" sz="quarter" idx="15"/>
          </p:nvPr>
        </p:nvSpPr>
        <p:spPr/>
        <p:txBody>
          <a:bodyPr/>
          <a:lstStyle/>
          <a:p>
            <a:r>
              <a:rPr lang="en-US"/>
              <a:t>Footer Text</a:t>
            </a:r>
          </a:p>
        </p:txBody>
      </p:sp>
      <p:sp>
        <p:nvSpPr>
          <p:cNvPr id="8" name="Date Placeholder 7">
            <a:extLst>
              <a:ext uri="{FF2B5EF4-FFF2-40B4-BE49-F238E27FC236}">
                <a16:creationId xmlns:a16="http://schemas.microsoft.com/office/drawing/2014/main" id="{6F901C69-26AA-7830-9BFF-EC62E8208AB7}"/>
              </a:ext>
            </a:extLst>
          </p:cNvPr>
          <p:cNvSpPr>
            <a:spLocks noGrp="1"/>
          </p:cNvSpPr>
          <p:nvPr>
            <p:ph type="dt" sz="half" idx="14"/>
          </p:nvPr>
        </p:nvSpPr>
        <p:spPr/>
        <p:txBody>
          <a:bodyPr/>
          <a:lstStyle/>
          <a:p>
            <a:fld id="{B340F08F-40FA-4D3B-96CF-F8FAF483E9A7}" type="datetime1">
              <a:rPr lang="en-US" smtClean="0"/>
              <a:t>6/7/2026</a:t>
            </a:fld>
            <a:endParaRPr lang="en-US"/>
          </a:p>
        </p:txBody>
      </p:sp>
      <p:sp>
        <p:nvSpPr>
          <p:cNvPr id="11" name="Slide Number Placeholder 10">
            <a:extLst>
              <a:ext uri="{FF2B5EF4-FFF2-40B4-BE49-F238E27FC236}">
                <a16:creationId xmlns:a16="http://schemas.microsoft.com/office/drawing/2014/main" id="{A83EC4C7-2AFC-9797-0F80-FCBABD2A8562}"/>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627" y="2435966"/>
            <a:ext cx="7283725" cy="4422032"/>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80068" y="762000"/>
            <a:ext cx="4092813"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2435966"/>
            <a:ext cx="72771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638DF4A-7DDF-7C24-D39A-EA7EAF7CFE63}"/>
              </a:ext>
            </a:extLst>
          </p:cNvPr>
          <p:cNvCxnSpPr>
            <a:cxnSpLocks/>
          </p:cNvCxnSpPr>
          <p:nvPr/>
        </p:nvCxnSpPr>
        <p:spPr>
          <a:xfrm>
            <a:off x="7277100"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9810324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7" y="762002"/>
            <a:ext cx="5294939" cy="1555895"/>
          </a:xfr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70F70C4A-BA92-6BFC-3B1F-307DC253CC2B}"/>
              </a:ext>
            </a:extLst>
          </p:cNvPr>
          <p:cNvSpPr>
            <a:spLocks noGrp="1"/>
          </p:cNvSpPr>
          <p:nvPr>
            <p:ph type="ftr" sz="quarter" idx="15"/>
          </p:nvPr>
        </p:nvSpPr>
        <p:spPr/>
        <p:txBody>
          <a:bodyPr/>
          <a:lstStyle/>
          <a:p>
            <a:r>
              <a:rPr lang="en-US"/>
              <a:t>Footer Text</a:t>
            </a:r>
          </a:p>
        </p:txBody>
      </p:sp>
      <p:sp>
        <p:nvSpPr>
          <p:cNvPr id="8" name="Date Placeholder 7">
            <a:extLst>
              <a:ext uri="{FF2B5EF4-FFF2-40B4-BE49-F238E27FC236}">
                <a16:creationId xmlns:a16="http://schemas.microsoft.com/office/drawing/2014/main" id="{E2862A36-3103-C394-ACDE-9712D22EC1E9}"/>
              </a:ext>
            </a:extLst>
          </p:cNvPr>
          <p:cNvSpPr>
            <a:spLocks noGrp="1"/>
          </p:cNvSpPr>
          <p:nvPr>
            <p:ph type="dt" sz="half" idx="14"/>
          </p:nvPr>
        </p:nvSpPr>
        <p:spPr>
          <a:xfrm>
            <a:off x="6340642" y="207982"/>
            <a:ext cx="1921315" cy="413360"/>
          </a:xfrm>
        </p:spPr>
        <p:txBody>
          <a:bodyPr/>
          <a:lstStyle/>
          <a:p>
            <a:fld id="{025BF5DA-9B72-4C47-B5EF-1EED5B08EE79}" type="datetime1">
              <a:rPr lang="en-US" smtClean="0"/>
              <a:t>6/7/2026</a:t>
            </a:fld>
            <a:endParaRPr lang="en-US"/>
          </a:p>
        </p:txBody>
      </p:sp>
      <p:sp>
        <p:nvSpPr>
          <p:cNvPr id="11" name="Slide Number Placeholder 10">
            <a:extLst>
              <a:ext uri="{FF2B5EF4-FFF2-40B4-BE49-F238E27FC236}">
                <a16:creationId xmlns:a16="http://schemas.microsoft.com/office/drawing/2014/main" id="{E054C547-CF4F-67F9-FBC5-A0BE282578D6}"/>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2442689"/>
            <a:ext cx="5875421" cy="4422032"/>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6340642" y="762000"/>
            <a:ext cx="5432239"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2435966"/>
            <a:ext cx="5875421"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638DF4A-7DDF-7C24-D39A-EA7EAF7CFE63}"/>
              </a:ext>
            </a:extLst>
          </p:cNvPr>
          <p:cNvCxnSpPr>
            <a:cxnSpLocks/>
          </p:cNvCxnSpPr>
          <p:nvPr/>
        </p:nvCxnSpPr>
        <p:spPr>
          <a:xfrm>
            <a:off x="5875423"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571983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448056"/>
            <a:ext cx="11514759" cy="1124712"/>
          </a:xfrm>
        </p:spPr>
        <p:txBody>
          <a:bodyPr vert="horz" lIns="91440" tIns="45720" rIns="91440" bIns="45720" rtlCol="0" anchor="ctr">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EB5EDF0F-3515-4895-B663-882304741893}" type="datetime1">
              <a:rPr lang="en-US" smtClean="0"/>
              <a:t>6/7/2026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0798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3614" y="1700784"/>
            <a:ext cx="3318170" cy="5157216"/>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801441" y="2130553"/>
            <a:ext cx="7971459" cy="4422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6C347961-3E7C-FAAC-2283-DA751A80201C}"/>
              </a:ext>
            </a:extLst>
          </p:cNvPr>
          <p:cNvCxnSpPr>
            <a:cxnSpLocks/>
          </p:cNvCxnSpPr>
          <p:nvPr/>
        </p:nvCxnSpPr>
        <p:spPr>
          <a:xfrm>
            <a:off x="0" y="1695518"/>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BE4B3C03-E31F-77F7-02F0-8C25E1C62792}"/>
              </a:ext>
            </a:extLst>
          </p:cNvPr>
          <p:cNvCxnSpPr>
            <a:cxnSpLocks/>
          </p:cNvCxnSpPr>
          <p:nvPr/>
        </p:nvCxnSpPr>
        <p:spPr>
          <a:xfrm>
            <a:off x="3318170" y="1695518"/>
            <a:ext cx="0" cy="516248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3453509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1152143"/>
            <a:ext cx="4350052" cy="2620959"/>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5364000" y="210312"/>
            <a:ext cx="1569350" cy="411480"/>
          </a:xfrm>
        </p:spPr>
        <p:txBody>
          <a:bodyPr/>
          <a:lstStyle/>
          <a:p>
            <a:fld id="{B534C9EB-6793-4BE3-BB6C-BE53FADDC8D1}" type="datetime1">
              <a:rPr lang="en-US" smtClean="0"/>
              <a:t>6/7/2026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4089769"/>
            <a:ext cx="4921917" cy="2777751"/>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3" y="1152144"/>
            <a:ext cx="6414499" cy="5401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4083425"/>
            <a:ext cx="4921917"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F7E856F-6265-38B0-6F7D-95063C760CBC}"/>
              </a:ext>
            </a:extLst>
          </p:cNvPr>
          <p:cNvCxnSpPr>
            <a:cxnSpLocks/>
          </p:cNvCxnSpPr>
          <p:nvPr/>
        </p:nvCxnSpPr>
        <p:spPr>
          <a:xfrm>
            <a:off x="4925804" y="784893"/>
            <a:ext cx="0" cy="607310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6620442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with Picture 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7874" y="5197449"/>
            <a:ext cx="4244126" cy="1463040"/>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5358383" y="210312"/>
            <a:ext cx="1569350" cy="411480"/>
          </a:xfrm>
        </p:spPr>
        <p:txBody>
          <a:bodyPr/>
          <a:lstStyle/>
          <a:p>
            <a:fld id="{0E608933-3727-45F8-8E35-F46170696AC2}" type="datetime1">
              <a:rPr lang="en-US" smtClean="0"/>
              <a:t>6/7/2026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794335"/>
            <a:ext cx="4921917" cy="4047478"/>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4" y="1152144"/>
            <a:ext cx="6382512" cy="53400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4841814"/>
            <a:ext cx="4921917"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F7E856F-6265-38B0-6F7D-95063C760CBC}"/>
              </a:ext>
            </a:extLst>
          </p:cNvPr>
          <p:cNvCxnSpPr>
            <a:cxnSpLocks/>
          </p:cNvCxnSpPr>
          <p:nvPr/>
        </p:nvCxnSpPr>
        <p:spPr>
          <a:xfrm>
            <a:off x="4925804" y="784893"/>
            <a:ext cx="0" cy="607310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1057729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Number Larg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571232" y="1188720"/>
            <a:ext cx="4069080" cy="4480560"/>
          </a:xfrm>
        </p:spPr>
        <p:txBody>
          <a:bodyPr anchor="ctr">
            <a:normAutofit/>
          </a:bodyPr>
          <a:lstStyle>
            <a:lvl1pPr>
              <a:lnSpc>
                <a:spcPct val="110000"/>
              </a:lnSpc>
              <a:defRPr sz="2800" cap="none" baseline="0">
                <a:solidFill>
                  <a:schemeClr val="tx2"/>
                </a:solidFill>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448056" y="1609344"/>
            <a:ext cx="6775704" cy="4151376"/>
          </a:xfrm>
        </p:spPr>
        <p:txBody>
          <a:bodyPr vert="horz" lIns="91440" tIns="45720" rIns="91440" bIns="45720" rtlCol="0" anchor="ctr">
            <a:normAutofit/>
          </a:bodyPr>
          <a:lstStyle>
            <a:lvl1pPr marL="0" indent="0" algn="r">
              <a:lnSpc>
                <a:spcPct val="70000"/>
              </a:lnSpc>
              <a:buNone/>
              <a:defRPr lang="en-US" sz="33400" dirty="0">
                <a:solidFill>
                  <a:schemeClr val="accent1"/>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normAutofit/>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normAutofit/>
          </a:bodyPr>
          <a:lstStyle>
            <a:lvl1pPr>
              <a:defRPr>
                <a:solidFill>
                  <a:schemeClr val="tx2"/>
                </a:solidFill>
              </a:defRPr>
            </a:lvl1pPr>
          </a:lstStyle>
          <a:p>
            <a:fld id="{05B29ED0-7871-4976-8402-1756C1FAC1EA}" type="datetime1">
              <a:rPr lang="en-US" smtClean="0"/>
              <a:t>6/7/2026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normAutofit/>
          </a:bodyPr>
          <a:lstStyle>
            <a:lvl1pPr>
              <a:defRPr>
                <a:solidFill>
                  <a:schemeClr val="tx2"/>
                </a:solidFill>
              </a:defRPr>
            </a:lvl1pPr>
          </a:lstStyle>
          <a:p>
            <a:fld id="{753D0FD4-819D-4187-8797-C35567B41C78}" type="slidenum">
              <a:rPr lang="en-US" smtClean="0"/>
              <a:t>‹#›</a:t>
            </a:fld>
            <a:endParaRPr lang="en-US"/>
          </a:p>
        </p:txBody>
      </p:sp>
      <p:cxnSp>
        <p:nvCxnSpPr>
          <p:cNvPr id="10" name="Straight Connector 9">
            <a:extLst>
              <a:ext uri="{FF2B5EF4-FFF2-40B4-BE49-F238E27FC236}">
                <a16:creationId xmlns:a16="http://schemas.microsoft.com/office/drawing/2014/main" id="{C34144DB-F44E-C5EB-68A1-D39E3F401C4E}"/>
              </a:ext>
            </a:extLst>
          </p:cNvPr>
          <p:cNvCxnSpPr>
            <a:cxnSpLocks/>
          </p:cNvCxnSpPr>
          <p:nvPr/>
        </p:nvCxnSpPr>
        <p:spPr>
          <a:xfrm>
            <a:off x="0" y="60694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48690700"/>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Number Larg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0624" y="5349240"/>
            <a:ext cx="11414692" cy="1225296"/>
          </a:xfrm>
        </p:spPr>
        <p:txBody>
          <a:bodyPr anchor="t">
            <a:normAutofit/>
          </a:bodyPr>
          <a:lstStyle>
            <a:lvl1pPr>
              <a:lnSpc>
                <a:spcPct val="80000"/>
              </a:lnSpc>
              <a:defRPr sz="4000" cap="all" spc="100" baseline="0">
                <a:solidFill>
                  <a:schemeClr val="tx2"/>
                </a:solidFill>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219455" y="1188321"/>
            <a:ext cx="11615861" cy="4258079"/>
          </a:xfrm>
        </p:spPr>
        <p:txBody>
          <a:bodyPr vert="horz" lIns="91440" tIns="45720" rIns="91440" bIns="45720" rtlCol="0" anchor="b">
            <a:normAutofit/>
          </a:bodyPr>
          <a:lstStyle>
            <a:lvl1pPr marL="0" indent="0">
              <a:lnSpc>
                <a:spcPct val="70000"/>
              </a:lnSpc>
              <a:buNone/>
              <a:defRPr lang="en-US" sz="40100" dirty="0">
                <a:ln>
                  <a:solidFill>
                    <a:schemeClr val="tx2"/>
                  </a:solidFill>
                </a:ln>
                <a:solidFill>
                  <a:schemeClr val="bg2"/>
                </a:solidFill>
                <a:latin typeface="+mj-lt"/>
              </a:defRPr>
            </a:lvl1pPr>
          </a:lstStyle>
          <a:p>
            <a:pPr lvl="0"/>
            <a:r>
              <a:rPr lang="en-US"/>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normAutofit/>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normAutofit/>
          </a:bodyPr>
          <a:lstStyle>
            <a:lvl1pPr>
              <a:defRPr>
                <a:solidFill>
                  <a:schemeClr val="tx2"/>
                </a:solidFill>
              </a:defRPr>
            </a:lvl1pPr>
          </a:lstStyle>
          <a:p>
            <a:fld id="{FFB8A85C-40AB-478D-AA51-CA7D29CEF737}" type="datetime1">
              <a:rPr lang="en-US" smtClean="0"/>
              <a:t>6/7/2026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normAutofit/>
          </a:bodyPr>
          <a:lstStyle>
            <a:lvl1pPr>
              <a:defRPr>
                <a:solidFill>
                  <a:schemeClr val="tx2"/>
                </a:solidFill>
              </a:defRPr>
            </a:lvl1p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367407E9-9629-73EA-8583-87EC092046E4}"/>
              </a:ext>
            </a:extLst>
          </p:cNvPr>
          <p:cNvCxnSpPr>
            <a:cxnSpLocks/>
          </p:cNvCxnSpPr>
          <p:nvPr/>
        </p:nvCxnSpPr>
        <p:spPr>
          <a:xfrm>
            <a:off x="0" y="5055918"/>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1EB09F8-0C93-A873-28FE-48A38B4CEAD9}"/>
              </a:ext>
            </a:extLst>
          </p:cNvPr>
          <p:cNvCxnSpPr>
            <a:cxnSpLocks/>
          </p:cNvCxnSpPr>
          <p:nvPr/>
        </p:nvCxnSpPr>
        <p:spPr>
          <a:xfrm>
            <a:off x="0" y="788718"/>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32749636"/>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571232" y="1188720"/>
            <a:ext cx="4069080" cy="4480560"/>
          </a:xfrm>
        </p:spPr>
        <p:txBody>
          <a:bodyPr anchor="ctr">
            <a:normAutofit/>
          </a:bodyPr>
          <a:lstStyle>
            <a:lvl1pPr>
              <a:lnSpc>
                <a:spcPct val="110000"/>
              </a:lnSpc>
              <a:defRPr sz="2800" cap="none" baseline="0">
                <a:solidFill>
                  <a:schemeClr val="tx2"/>
                </a:solidFill>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448056" y="1609344"/>
            <a:ext cx="6775704" cy="4151376"/>
          </a:xfrm>
        </p:spPr>
        <p:txBody>
          <a:bodyPr vert="horz" lIns="91440" tIns="45720" rIns="91440" bIns="45720" rtlCol="0" anchor="ctr">
            <a:normAutofit/>
          </a:bodyPr>
          <a:lstStyle>
            <a:lvl1pPr marL="0" indent="0" algn="r">
              <a:lnSpc>
                <a:spcPct val="70000"/>
              </a:lnSpc>
              <a:buNone/>
              <a:defRPr lang="en-US" sz="33400" dirty="0">
                <a:solidFill>
                  <a:schemeClr val="tx2"/>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lvl1pPr>
              <a:defRPr>
                <a:solidFill>
                  <a:schemeClr val="tx2"/>
                </a:solidFill>
              </a:defRPr>
            </a:lvl1pPr>
          </a:lstStyle>
          <a:p>
            <a:fld id="{FEA22AB6-0BB7-4DCA-85DA-8246194506D3}" type="datetime1">
              <a:rPr lang="en-US" smtClean="0"/>
              <a:t>6/7/2026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10" name="Straight Connector 9">
            <a:extLst>
              <a:ext uri="{FF2B5EF4-FFF2-40B4-BE49-F238E27FC236}">
                <a16:creationId xmlns:a16="http://schemas.microsoft.com/office/drawing/2014/main" id="{C34144DB-F44E-C5EB-68A1-D39E3F401C4E}"/>
              </a:ext>
            </a:extLst>
          </p:cNvPr>
          <p:cNvCxnSpPr>
            <a:cxnSpLocks/>
          </p:cNvCxnSpPr>
          <p:nvPr/>
        </p:nvCxnSpPr>
        <p:spPr>
          <a:xfrm>
            <a:off x="0" y="60694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7635069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Number Larg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1480" y="5172725"/>
            <a:ext cx="11356848" cy="777240"/>
          </a:xfrm>
        </p:spPr>
        <p:txBody>
          <a:bodyPr anchor="ctr">
            <a:normAutofit/>
          </a:bodyPr>
          <a:lstStyle>
            <a:lvl1pPr algn="ctr">
              <a:lnSpc>
                <a:spcPct val="110000"/>
              </a:lnSpc>
              <a:defRPr sz="2000" cap="all" spc="100" baseline="0">
                <a:solidFill>
                  <a:schemeClr val="tx2">
                    <a:lumMod val="90000"/>
                  </a:schemeClr>
                </a:solidFill>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822960" y="1201036"/>
            <a:ext cx="10543032" cy="4050792"/>
          </a:xfrm>
        </p:spPr>
        <p:txBody>
          <a:bodyPr vert="horz" lIns="91440" tIns="45720" rIns="91440" bIns="45720" rtlCol="0" anchor="t">
            <a:normAutofit/>
          </a:bodyPr>
          <a:lstStyle>
            <a:lvl1pPr marL="0" indent="0" algn="ctr">
              <a:lnSpc>
                <a:spcPct val="70000"/>
              </a:lnSpc>
              <a:buNone/>
              <a:defRPr lang="en-US" sz="40100" dirty="0">
                <a:solidFill>
                  <a:schemeClr val="tx2">
                    <a:lumMod val="90000"/>
                  </a:schemeClr>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254495"/>
            <a:ext cx="2962656" cy="411480"/>
          </a:xfrm>
        </p:spPr>
        <p:txBody>
          <a:bodyPr/>
          <a:lstStyle>
            <a:lvl1pPr>
              <a:defRPr>
                <a:solidFill>
                  <a:schemeClr val="tx2">
                    <a:lumMod val="90000"/>
                  </a:schemeClr>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6254495"/>
            <a:ext cx="1679642" cy="411480"/>
          </a:xfrm>
        </p:spPr>
        <p:txBody>
          <a:bodyPr/>
          <a:lstStyle>
            <a:lvl1pPr>
              <a:defRPr>
                <a:solidFill>
                  <a:schemeClr val="tx2">
                    <a:lumMod val="90000"/>
                  </a:schemeClr>
                </a:solidFill>
              </a:defRPr>
            </a:lvl1pPr>
          </a:lstStyle>
          <a:p>
            <a:fld id="{C5FEC425-38EB-4C31-A115-909870F4944E}" type="datetime1">
              <a:rPr lang="en-US" smtClean="0"/>
              <a:t>6/7/2026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54496"/>
            <a:ext cx="546447" cy="413360"/>
          </a:xfrm>
        </p:spPr>
        <p:txBody>
          <a:bodyPr/>
          <a:lstStyle>
            <a:lvl1pPr>
              <a:defRPr>
                <a:solidFill>
                  <a:schemeClr val="tx2">
                    <a:lumMod val="90000"/>
                  </a:schemeClr>
                </a:solidFill>
              </a:defRPr>
            </a:lvl1pPr>
          </a:lstStyle>
          <a:p>
            <a:fld id="{753D0FD4-819D-4187-8797-C35567B41C78}" type="slidenum">
              <a:rPr lang="en-US" smtClean="0"/>
              <a:t>‹#›</a:t>
            </a:fld>
            <a:endParaRPr lang="en-US"/>
          </a:p>
        </p:txBody>
      </p:sp>
      <p:cxnSp>
        <p:nvCxnSpPr>
          <p:cNvPr id="10" name="Straight Connector 9">
            <a:extLst>
              <a:ext uri="{FF2B5EF4-FFF2-40B4-BE49-F238E27FC236}">
                <a16:creationId xmlns:a16="http://schemas.microsoft.com/office/drawing/2014/main" id="{2059084B-1C57-0F86-56B0-E7DC2934BA40}"/>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3344636A-F38C-DF3B-6439-B5B73A797B53}"/>
              </a:ext>
            </a:extLst>
          </p:cNvPr>
          <p:cNvCxnSpPr>
            <a:cxnSpLocks/>
          </p:cNvCxnSpPr>
          <p:nvPr/>
        </p:nvCxnSpPr>
        <p:spPr>
          <a:xfrm>
            <a:off x="0" y="5274776"/>
            <a:ext cx="12192000" cy="0"/>
          </a:xfrm>
          <a:prstGeom prst="line">
            <a:avLst/>
          </a:prstGeom>
          <a:ln w="9525">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59873773"/>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Statement">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7773" y="914400"/>
            <a:ext cx="10045427" cy="4464554"/>
          </a:xfrm>
        </p:spPr>
        <p:txBody>
          <a:bodyPr anchor="ctr">
            <a:noAutofit/>
          </a:bodyPr>
          <a:lstStyle>
            <a:lvl1pPr marL="0" indent="0">
              <a:lnSpc>
                <a:spcPct val="75000"/>
              </a:lnSpc>
              <a:buNone/>
              <a:defRPr sz="8800" b="0">
                <a:solidFill>
                  <a:schemeClr val="tx2"/>
                </a:solidFill>
                <a:latin typeface="+mj-lt"/>
              </a:defRPr>
            </a:lvl1pPr>
            <a:lvl2pPr marL="228600" indent="0">
              <a:lnSpc>
                <a:spcPct val="100000"/>
              </a:lnSpc>
              <a:buNone/>
              <a:defRPr sz="8000" b="0">
                <a:solidFill>
                  <a:schemeClr val="tx2"/>
                </a:solidFill>
                <a:latin typeface="+mj-lt"/>
              </a:defRPr>
            </a:lvl2pPr>
            <a:lvl3pPr marL="457200" indent="0">
              <a:lnSpc>
                <a:spcPct val="100000"/>
              </a:lnSpc>
              <a:buNone/>
              <a:defRPr sz="7200" b="0">
                <a:solidFill>
                  <a:schemeClr val="tx2"/>
                </a:solidFill>
                <a:latin typeface="+mj-lt"/>
              </a:defRPr>
            </a:lvl3pPr>
            <a:lvl4pPr marL="685800" indent="0">
              <a:lnSpc>
                <a:spcPct val="100000"/>
              </a:lnSpc>
              <a:buNone/>
              <a:defRPr sz="6600" b="0">
                <a:solidFill>
                  <a:schemeClr val="tx2"/>
                </a:solidFill>
                <a:latin typeface="+mj-lt"/>
              </a:defRPr>
            </a:lvl4pPr>
            <a:lvl5pPr marL="914400" indent="0">
              <a:lnSpc>
                <a:spcPct val="100000"/>
              </a:lnSpc>
              <a:buNone/>
              <a:defRPr sz="6000" b="0">
                <a:solidFill>
                  <a:schemeClr val="tx2"/>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3640"/>
            <a:ext cx="2963692" cy="413360"/>
          </a:xfrm>
        </p:spPr>
        <p:txBody>
          <a:bodyPr/>
          <a:lstStyle/>
          <a:p>
            <a:r>
              <a:rPr lang="en-US"/>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680069" y="6263640"/>
            <a:ext cx="1921315" cy="413360"/>
          </a:xfrm>
        </p:spPr>
        <p:txBody>
          <a:bodyPr/>
          <a:lstStyle/>
          <a:p>
            <a:fld id="{453B8C54-B76A-4DD8-BD0B-11200408342B}" type="datetime1">
              <a:rPr lang="en-US" smtClean="0"/>
              <a:t>6/7/2026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3640"/>
            <a:ext cx="546447" cy="413360"/>
          </a:xfrm>
        </p:spPr>
        <p:txBody>
          <a:bodyPr/>
          <a:lstStyle/>
          <a:p>
            <a:fld id="{753D0FD4-819D-4187-8797-C35567B41C78}" type="slidenum">
              <a:rPr lang="en-US" smtClean="0"/>
              <a:t>‹#›</a:t>
            </a:fld>
            <a:endParaRPr lang="en-US"/>
          </a:p>
        </p:txBody>
      </p:sp>
      <p:cxnSp>
        <p:nvCxnSpPr>
          <p:cNvPr id="6" name="Straight Connector 5">
            <a:extLst>
              <a:ext uri="{FF2B5EF4-FFF2-40B4-BE49-F238E27FC236}">
                <a16:creationId xmlns:a16="http://schemas.microsoft.com/office/drawing/2014/main" id="{1A935D4C-A027-60A0-BEB8-B1A89C1C5E3A}"/>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15075110"/>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Statement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576945" y="1341912"/>
            <a:ext cx="7024439" cy="4120737"/>
          </a:xfrm>
        </p:spPr>
        <p:txBody>
          <a:bodyPr anchor="ctr">
            <a:normAutofit/>
          </a:bodyPr>
          <a:lstStyle>
            <a:lvl1pPr marL="0" indent="0" algn="ctr">
              <a:lnSpc>
                <a:spcPct val="75000"/>
              </a:lnSpc>
              <a:buNone/>
              <a:defRPr sz="5400" b="0">
                <a:solidFill>
                  <a:schemeClr val="tx2"/>
                </a:solidFill>
                <a:latin typeface="+mj-lt"/>
              </a:defRPr>
            </a:lvl1pPr>
            <a:lvl2pPr marL="228600" indent="0" algn="ctr">
              <a:lnSpc>
                <a:spcPct val="75000"/>
              </a:lnSpc>
              <a:buNone/>
              <a:defRPr sz="4800" b="0">
                <a:solidFill>
                  <a:schemeClr val="tx2"/>
                </a:solidFill>
                <a:latin typeface="+mj-lt"/>
              </a:defRPr>
            </a:lvl2pPr>
            <a:lvl3pPr marL="457200" indent="0" algn="ctr">
              <a:lnSpc>
                <a:spcPct val="75000"/>
              </a:lnSpc>
              <a:buNone/>
              <a:defRPr sz="4400" b="0">
                <a:solidFill>
                  <a:schemeClr val="tx2"/>
                </a:solidFill>
                <a:latin typeface="+mj-lt"/>
              </a:defRPr>
            </a:lvl3pPr>
            <a:lvl4pPr marL="685800" indent="0" algn="ctr">
              <a:lnSpc>
                <a:spcPct val="75000"/>
              </a:lnSpc>
              <a:buNone/>
              <a:defRPr sz="4000" b="0">
                <a:solidFill>
                  <a:schemeClr val="tx2"/>
                </a:solidFill>
                <a:latin typeface="+mj-lt"/>
              </a:defRPr>
            </a:lvl4pPr>
            <a:lvl5pPr marL="914400" indent="0" algn="ctr">
              <a:lnSpc>
                <a:spcPct val="75000"/>
              </a:lnSpc>
              <a:buNone/>
              <a:defRPr sz="3600" b="0">
                <a:solidFill>
                  <a:schemeClr val="tx2"/>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4164"/>
            <a:ext cx="2963692" cy="413360"/>
          </a:xfrm>
        </p:spPr>
        <p:txBody>
          <a:bodyPr/>
          <a:lstStyle>
            <a:lvl1pPr>
              <a:defRPr>
                <a:solidFill>
                  <a:schemeClr val="tx2"/>
                </a:solidFill>
              </a:defRPr>
            </a:lvl1pPr>
          </a:lstStyle>
          <a:p>
            <a:r>
              <a:rPr lang="en-US"/>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921742" y="6264164"/>
            <a:ext cx="1679642" cy="413360"/>
          </a:xfrm>
        </p:spPr>
        <p:txBody>
          <a:bodyPr/>
          <a:lstStyle>
            <a:lvl1pPr>
              <a:defRPr>
                <a:solidFill>
                  <a:schemeClr val="tx2"/>
                </a:solidFill>
              </a:defRPr>
            </a:lvl1pPr>
          </a:lstStyle>
          <a:p>
            <a:fld id="{66BE189A-7DFE-4578-A781-50D475212B90}" type="datetime1">
              <a:rPr lang="en-US" smtClean="0"/>
              <a:t>6/7/2026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4164"/>
            <a:ext cx="546447" cy="413360"/>
          </a:xfrm>
        </p:spPr>
        <p:txBody>
          <a:bodyPr/>
          <a:lstStyle>
            <a:lvl1pPr>
              <a:defRPr>
                <a:solidFill>
                  <a:schemeClr val="tx2"/>
                </a:solidFill>
              </a:defRPr>
            </a:lvl1pPr>
          </a:lstStyle>
          <a:p>
            <a:fld id="{753D0FD4-819D-4187-8797-C35567B41C78}" type="slidenum">
              <a:rPr lang="en-US" smtClean="0"/>
              <a:t>‹#›</a:t>
            </a:fld>
            <a:endParaRPr lang="en-US"/>
          </a:p>
        </p:txBody>
      </p:sp>
      <p:cxnSp>
        <p:nvCxnSpPr>
          <p:cNvPr id="6" name="Straight Connector 5">
            <a:extLst>
              <a:ext uri="{FF2B5EF4-FFF2-40B4-BE49-F238E27FC236}">
                <a16:creationId xmlns:a16="http://schemas.microsoft.com/office/drawing/2014/main" id="{236ED6FE-B4BC-74F3-6CA8-3B4200CEE7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2008063B-506A-41A1-A6EA-745A876C5191}"/>
              </a:ext>
            </a:extLst>
          </p:cNvPr>
          <p:cNvCxnSpPr>
            <a:cxnSpLocks/>
          </p:cNvCxnSpPr>
          <p:nvPr/>
        </p:nvCxnSpPr>
        <p:spPr>
          <a:xfrm>
            <a:off x="0" y="78162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42758C90-B148-7153-9C80-0F1076997894}"/>
              </a:ext>
            </a:extLst>
          </p:cNvPr>
          <p:cNvCxnSpPr>
            <a:cxnSpLocks/>
          </p:cNvCxnSpPr>
          <p:nvPr/>
        </p:nvCxnSpPr>
        <p:spPr>
          <a:xfrm>
            <a:off x="1693484"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75474C37-D361-EDB7-BCC5-35E1A6EC3D9B}"/>
              </a:ext>
            </a:extLst>
          </p:cNvPr>
          <p:cNvCxnSpPr>
            <a:cxnSpLocks/>
          </p:cNvCxnSpPr>
          <p:nvPr/>
        </p:nvCxnSpPr>
        <p:spPr>
          <a:xfrm>
            <a:off x="10491119"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28036956"/>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51725" y="1940090"/>
            <a:ext cx="10392476" cy="4614714"/>
          </a:xfrm>
        </p:spPr>
        <p:txBody>
          <a:bodyPr anchor="b">
            <a:noAutofit/>
          </a:bodyPr>
          <a:lstStyle>
            <a:lvl1pPr marL="0" indent="0">
              <a:lnSpc>
                <a:spcPct val="73000"/>
              </a:lnSpc>
              <a:buNone/>
              <a:defRPr sz="9600" b="0" cap="all" baseline="0">
                <a:solidFill>
                  <a:schemeClr val="tx2">
                    <a:lumMod val="75000"/>
                  </a:schemeClr>
                </a:solidFill>
                <a:latin typeface="+mj-lt"/>
              </a:defRPr>
            </a:lvl1pPr>
            <a:lvl2pPr marL="228600" indent="0">
              <a:lnSpc>
                <a:spcPct val="73000"/>
              </a:lnSpc>
              <a:buNone/>
              <a:defRPr sz="8800" b="0" cap="all" baseline="0">
                <a:solidFill>
                  <a:schemeClr val="tx2">
                    <a:lumMod val="75000"/>
                  </a:schemeClr>
                </a:solidFill>
                <a:latin typeface="+mj-lt"/>
              </a:defRPr>
            </a:lvl2pPr>
            <a:lvl3pPr marL="457200" indent="0">
              <a:lnSpc>
                <a:spcPct val="73000"/>
              </a:lnSpc>
              <a:buNone/>
              <a:defRPr sz="8000" b="0" cap="all" baseline="0">
                <a:solidFill>
                  <a:schemeClr val="tx2">
                    <a:lumMod val="75000"/>
                  </a:schemeClr>
                </a:solidFill>
                <a:latin typeface="+mj-lt"/>
              </a:defRPr>
            </a:lvl3pPr>
            <a:lvl4pPr marL="685800" indent="0">
              <a:lnSpc>
                <a:spcPct val="73000"/>
              </a:lnSpc>
              <a:buNone/>
              <a:defRPr sz="7200" b="0" cap="all" baseline="0">
                <a:solidFill>
                  <a:schemeClr val="tx2">
                    <a:lumMod val="75000"/>
                  </a:schemeClr>
                </a:solidFill>
                <a:latin typeface="+mj-lt"/>
              </a:defRPr>
            </a:lvl4pPr>
            <a:lvl5pPr marL="914400" indent="0">
              <a:lnSpc>
                <a:spcPct val="73000"/>
              </a:lnSpc>
              <a:buNone/>
              <a:defRPr sz="6600" b="0" cap="all" baseline="0">
                <a:solidFill>
                  <a:schemeClr val="tx2">
                    <a:lumMod val="75000"/>
                  </a:schemeClr>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2">
                    <a:lumMod val="90000"/>
                  </a:schemeClr>
                </a:solidFill>
              </a:defRPr>
            </a:lvl1pPr>
          </a:lstStyle>
          <a:p>
            <a:r>
              <a:rPr lang="en-US"/>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lumMod val="90000"/>
                  </a:schemeClr>
                </a:solidFill>
              </a:defRPr>
            </a:lvl1pPr>
          </a:lstStyle>
          <a:p>
            <a:fld id="{386F9640-8612-4EBB-94A3-9F5B3C3C1651}" type="datetime1">
              <a:rPr lang="en-US" smtClean="0"/>
              <a:t>6/7/2026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lumMod val="90000"/>
                  </a:schemeClr>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3EBBBFEC-32A4-8333-CEC0-6858CB1833EF}"/>
              </a:ext>
            </a:extLst>
          </p:cNvPr>
          <p:cNvCxnSpPr>
            <a:cxnSpLocks/>
          </p:cNvCxnSpPr>
          <p:nvPr/>
        </p:nvCxnSpPr>
        <p:spPr>
          <a:xfrm>
            <a:off x="0" y="789563"/>
            <a:ext cx="12192000" cy="0"/>
          </a:xfrm>
          <a:prstGeom prst="line">
            <a:avLst/>
          </a:prstGeom>
          <a:ln w="9525">
            <a:solidFill>
              <a:schemeClr val="tx2">
                <a:lumMod val="9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12268560"/>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Statement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23098" y="-1133856"/>
            <a:ext cx="10090646" cy="914400"/>
          </a:xfrm>
        </p:spPr>
        <p:txBody>
          <a:bodyPr/>
          <a:lstStyle>
            <a:lvl1pPr>
              <a:defRPr>
                <a:solidFill>
                  <a:schemeClr val="tx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7773" y="384048"/>
            <a:ext cx="10090646" cy="4783756"/>
          </a:xfrm>
        </p:spPr>
        <p:txBody>
          <a:bodyPr anchor="t">
            <a:noAutofit/>
          </a:bodyPr>
          <a:lstStyle>
            <a:lvl1pPr marL="0" indent="0">
              <a:lnSpc>
                <a:spcPct val="100000"/>
              </a:lnSpc>
              <a:buNone/>
              <a:defRPr sz="7200" b="0">
                <a:solidFill>
                  <a:schemeClr val="accent1"/>
                </a:solidFill>
              </a:defRPr>
            </a:lvl1pPr>
            <a:lvl2pPr marL="228600" indent="0">
              <a:lnSpc>
                <a:spcPct val="100000"/>
              </a:lnSpc>
              <a:buNone/>
              <a:defRPr sz="6600" b="0">
                <a:solidFill>
                  <a:schemeClr val="accent1"/>
                </a:solidFill>
              </a:defRPr>
            </a:lvl2pPr>
            <a:lvl3pPr marL="457200" indent="0">
              <a:lnSpc>
                <a:spcPct val="100000"/>
              </a:lnSpc>
              <a:buNone/>
              <a:defRPr sz="6000" b="0">
                <a:solidFill>
                  <a:schemeClr val="accent1"/>
                </a:solidFill>
              </a:defRPr>
            </a:lvl3pPr>
            <a:lvl4pPr marL="685800" indent="0">
              <a:lnSpc>
                <a:spcPct val="100000"/>
              </a:lnSpc>
              <a:buNone/>
              <a:defRPr sz="5400" b="0">
                <a:solidFill>
                  <a:schemeClr val="accent1"/>
                </a:solidFill>
              </a:defRPr>
            </a:lvl4pPr>
            <a:lvl5pPr marL="914400" indent="0">
              <a:lnSpc>
                <a:spcPct val="100000"/>
              </a:lnSpc>
              <a:buNone/>
              <a:defRPr sz="4800" b="0">
                <a:solidFill>
                  <a:schemeClr val="accent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4164"/>
            <a:ext cx="2963692" cy="413360"/>
          </a:xfrm>
        </p:spPr>
        <p:txBody>
          <a:bodyPr/>
          <a:lstStyle>
            <a:lvl1pPr>
              <a:defRPr>
                <a:solidFill>
                  <a:schemeClr val="tx2"/>
                </a:solidFill>
              </a:defRPr>
            </a:lvl1pPr>
          </a:lstStyle>
          <a:p>
            <a:r>
              <a:rPr lang="en-US"/>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921741" y="6264164"/>
            <a:ext cx="2486677" cy="413360"/>
          </a:xfrm>
        </p:spPr>
        <p:txBody>
          <a:bodyPr/>
          <a:lstStyle>
            <a:lvl1pPr>
              <a:defRPr>
                <a:solidFill>
                  <a:schemeClr val="tx2"/>
                </a:solidFill>
              </a:defRPr>
            </a:lvl1pPr>
          </a:lstStyle>
          <a:p>
            <a:fld id="{9A3EC378-394E-4653-8FC8-8296D202D659}" type="datetime1">
              <a:rPr lang="en-US" smtClean="0"/>
              <a:t>6/7/2026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4164"/>
            <a:ext cx="546447" cy="413360"/>
          </a:xfrm>
        </p:spPr>
        <p:txBody>
          <a:bodyPr/>
          <a:lstStyle>
            <a:lvl1pPr>
              <a:defRPr>
                <a:solidFill>
                  <a:schemeClr val="tx2"/>
                </a:solidFill>
              </a:defRPr>
            </a:lvl1pPr>
          </a:lstStyle>
          <a:p>
            <a:fld id="{753D0FD4-819D-4187-8797-C35567B41C78}" type="slidenum">
              <a:rPr lang="en-US" smtClean="0"/>
              <a:t>‹#›</a:t>
            </a:fld>
            <a:endParaRPr lang="en-US"/>
          </a:p>
        </p:txBody>
      </p:sp>
      <p:cxnSp>
        <p:nvCxnSpPr>
          <p:cNvPr id="6" name="Straight Connector 5">
            <a:extLst>
              <a:ext uri="{FF2B5EF4-FFF2-40B4-BE49-F238E27FC236}">
                <a16:creationId xmlns:a16="http://schemas.microsoft.com/office/drawing/2014/main" id="{236ED6FE-B4BC-74F3-6CA8-3B4200CEE7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39498385"/>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Quot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713232" y="5440220"/>
            <a:ext cx="9299448" cy="1015996"/>
          </a:xfrm>
        </p:spPr>
        <p:txBody>
          <a:bodyPr anchor="ctr">
            <a:normAutofit/>
          </a:bodyPr>
          <a:lstStyle>
            <a:lvl1pPr>
              <a:defRPr sz="2000" cap="none" baseline="0">
                <a:solidFill>
                  <a:schemeClr val="tx2"/>
                </a:solidFill>
                <a:latin typeface="+mn-lt"/>
              </a:defRPr>
            </a:lvl1pPr>
          </a:lstStyle>
          <a:p>
            <a:r>
              <a:rPr lang="en-US"/>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1170816"/>
            <a:ext cx="9692640" cy="3872159"/>
          </a:xfrm>
        </p:spPr>
        <p:txBody>
          <a:bodyPr>
            <a:normAutofit/>
          </a:bodyPr>
          <a:lstStyle>
            <a:lvl1pPr marL="274320" indent="-274320">
              <a:lnSpc>
                <a:spcPct val="70000"/>
              </a:lnSpc>
              <a:buNone/>
              <a:defRPr sz="8800" cap="all" baseline="0">
                <a:solidFill>
                  <a:schemeClr val="tx2"/>
                </a:solidFill>
                <a:latin typeface="+mj-lt"/>
              </a:defRPr>
            </a:lvl1pPr>
            <a:lvl2pPr marL="274320" indent="-274320">
              <a:lnSpc>
                <a:spcPct val="70000"/>
              </a:lnSpc>
              <a:buNone/>
              <a:defRPr sz="8000" cap="all" baseline="0">
                <a:solidFill>
                  <a:schemeClr val="accent2">
                    <a:lumMod val="20000"/>
                    <a:lumOff val="80000"/>
                  </a:schemeClr>
                </a:solidFill>
                <a:latin typeface="+mj-lt"/>
              </a:defRPr>
            </a:lvl2pPr>
            <a:lvl3pPr marL="274320" indent="-274320">
              <a:lnSpc>
                <a:spcPct val="70000"/>
              </a:lnSpc>
              <a:buNone/>
              <a:defRPr sz="7200" cap="all" baseline="0">
                <a:solidFill>
                  <a:schemeClr val="accent2">
                    <a:lumMod val="20000"/>
                    <a:lumOff val="80000"/>
                  </a:schemeClr>
                </a:solidFill>
                <a:latin typeface="+mj-lt"/>
              </a:defRPr>
            </a:lvl3pPr>
            <a:lvl4pPr marL="274320" indent="-274320">
              <a:lnSpc>
                <a:spcPct val="70000"/>
              </a:lnSpc>
              <a:buNone/>
              <a:defRPr sz="6600" cap="all" baseline="0">
                <a:solidFill>
                  <a:schemeClr val="accent2">
                    <a:lumMod val="20000"/>
                    <a:lumOff val="80000"/>
                  </a:schemeClr>
                </a:solidFill>
                <a:latin typeface="+mj-lt"/>
              </a:defRPr>
            </a:lvl4pPr>
            <a:lvl5pPr marL="274320" indent="-274320">
              <a:lnSpc>
                <a:spcPct val="70000"/>
              </a:lnSpc>
              <a:buNone/>
              <a:defRPr sz="6600" cap="all" baseline="0">
                <a:solidFill>
                  <a:schemeClr val="accent2">
                    <a:lumMod val="20000"/>
                    <a:lumOff val="80000"/>
                  </a:schemeClr>
                </a:solidFill>
                <a:latin typeface="+mj-lt"/>
              </a:defRPr>
            </a:lvl5pPr>
          </a:lstStyle>
          <a:p>
            <a:pPr lvl="0"/>
            <a:r>
              <a:rPr lang="en-US"/>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2443788" cy="411480"/>
          </a:xfrm>
        </p:spPr>
        <p:txBody>
          <a:bodyPr/>
          <a:lstStyle>
            <a:lvl1pPr>
              <a:defRPr>
                <a:solidFill>
                  <a:schemeClr val="tx2"/>
                </a:solidFill>
              </a:defRPr>
            </a:lvl1pPr>
          </a:lstStyle>
          <a:p>
            <a:fld id="{15448BDD-274C-4BED-8350-833672089118}" type="datetime1">
              <a:rPr lang="en-US" smtClean="0"/>
              <a:t>6/7/2026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1660C7B9-B6D9-6FB6-59EE-D9DB3BC93758}"/>
              </a:ext>
            </a:extLst>
          </p:cNvPr>
          <p:cNvCxnSpPr>
            <a:cxnSpLocks/>
          </p:cNvCxnSpPr>
          <p:nvPr/>
        </p:nvCxnSpPr>
        <p:spPr>
          <a:xfrm flipH="1">
            <a:off x="0" y="787179"/>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5D9130-12F6-DFB8-70EF-9ACBA9FDECB0}"/>
              </a:ext>
            </a:extLst>
          </p:cNvPr>
          <p:cNvCxnSpPr>
            <a:cxnSpLocks/>
          </p:cNvCxnSpPr>
          <p:nvPr/>
        </p:nvCxnSpPr>
        <p:spPr>
          <a:xfrm>
            <a:off x="0" y="5274530"/>
            <a:ext cx="12192000" cy="0"/>
          </a:xfrm>
          <a:prstGeom prst="line">
            <a:avLst/>
          </a:prstGeom>
          <a:ln w="952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07349356"/>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obj" preserve="1">
  <p:cSld name="Quot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590288" y="5232212"/>
            <a:ext cx="10515600" cy="749808"/>
          </a:xfrm>
        </p:spPr>
        <p:txBody>
          <a:bodyPr anchor="ctr">
            <a:normAutofit/>
          </a:bodyPr>
          <a:lstStyle>
            <a:lvl1pPr>
              <a:defRPr sz="1600" cap="all" baseline="0">
                <a:solidFill>
                  <a:schemeClr val="tx2"/>
                </a:solidFill>
                <a:latin typeface="+mn-lt"/>
              </a:defRPr>
            </a:lvl1pPr>
          </a:lstStyle>
          <a:p>
            <a:r>
              <a:rPr lang="en-US"/>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380011"/>
            <a:ext cx="9400032" cy="4164557"/>
          </a:xfrm>
        </p:spPr>
        <p:txBody>
          <a:bodyPr anchor="t">
            <a:normAutofit/>
          </a:bodyPr>
          <a:lstStyle>
            <a:lvl1pPr marL="274320" indent="-274320">
              <a:lnSpc>
                <a:spcPct val="80000"/>
              </a:lnSpc>
              <a:buNone/>
              <a:defRPr sz="6000" cap="none" baseline="0">
                <a:solidFill>
                  <a:schemeClr val="accent1"/>
                </a:solidFill>
                <a:latin typeface="+mj-lt"/>
              </a:defRPr>
            </a:lvl1pPr>
            <a:lvl2pPr marL="274320" indent="-274320">
              <a:lnSpc>
                <a:spcPct val="80000"/>
              </a:lnSpc>
              <a:buNone/>
              <a:defRPr sz="5400" cap="none" baseline="0">
                <a:solidFill>
                  <a:schemeClr val="accent1"/>
                </a:solidFill>
                <a:latin typeface="+mj-lt"/>
              </a:defRPr>
            </a:lvl2pPr>
            <a:lvl3pPr marL="274320" indent="-274320">
              <a:lnSpc>
                <a:spcPct val="80000"/>
              </a:lnSpc>
              <a:buNone/>
              <a:defRPr sz="4800" cap="none" baseline="0">
                <a:solidFill>
                  <a:schemeClr val="accent1"/>
                </a:solidFill>
                <a:latin typeface="+mj-lt"/>
              </a:defRPr>
            </a:lvl3pPr>
            <a:lvl4pPr marL="274320" indent="-274320">
              <a:lnSpc>
                <a:spcPct val="80000"/>
              </a:lnSpc>
              <a:buNone/>
              <a:defRPr sz="4400" cap="none" baseline="0">
                <a:solidFill>
                  <a:schemeClr val="accent1"/>
                </a:solidFill>
                <a:latin typeface="+mj-lt"/>
              </a:defRPr>
            </a:lvl4pPr>
            <a:lvl5pPr marL="274320" indent="-274320">
              <a:lnSpc>
                <a:spcPct val="80000"/>
              </a:lnSpc>
              <a:buNone/>
              <a:defRPr sz="4400" cap="none" baseline="0">
                <a:solidFill>
                  <a:schemeClr val="accent1"/>
                </a:solidFill>
                <a:latin typeface="+mj-lt"/>
              </a:defRPr>
            </a:lvl5pPr>
          </a:lstStyle>
          <a:p>
            <a:pPr lvl="0"/>
            <a:r>
              <a:rPr lang="en-US"/>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90287" y="6263640"/>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6263640"/>
            <a:ext cx="2151180" cy="411480"/>
          </a:xfrm>
        </p:spPr>
        <p:txBody>
          <a:bodyPr/>
          <a:lstStyle>
            <a:lvl1pPr>
              <a:defRPr>
                <a:solidFill>
                  <a:schemeClr val="tx2"/>
                </a:solidFill>
              </a:defRPr>
            </a:lvl1pPr>
          </a:lstStyle>
          <a:p>
            <a:fld id="{C5523C14-B8E0-486C-AF8F-4829635E6A50}" type="datetime1">
              <a:rPr lang="en-US" smtClean="0"/>
              <a:t>6/7/2026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63640"/>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12" name="Straight Connector 11">
            <a:extLst>
              <a:ext uri="{FF2B5EF4-FFF2-40B4-BE49-F238E27FC236}">
                <a16:creationId xmlns:a16="http://schemas.microsoft.com/office/drawing/2014/main" id="{AC9507B5-45FD-E0F8-4B50-156739F3ED87}"/>
              </a:ext>
            </a:extLst>
          </p:cNvPr>
          <p:cNvCxnSpPr>
            <a:cxnSpLocks/>
          </p:cNvCxnSpPr>
          <p:nvPr/>
        </p:nvCxnSpPr>
        <p:spPr>
          <a:xfrm>
            <a:off x="0" y="48627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0145169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Quot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713232" y="5451105"/>
            <a:ext cx="9299448" cy="1005109"/>
          </a:xfrm>
        </p:spPr>
        <p:txBody>
          <a:bodyPr anchor="ctr">
            <a:normAutofit/>
          </a:bodyPr>
          <a:lstStyle>
            <a:lvl1pPr>
              <a:defRPr sz="2000" cap="none" baseline="0">
                <a:solidFill>
                  <a:schemeClr val="tx2"/>
                </a:solidFill>
                <a:latin typeface="+mn-lt"/>
              </a:defRPr>
            </a:lvl1pPr>
          </a:lstStyle>
          <a:p>
            <a:r>
              <a:rPr lang="en-US"/>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1124712"/>
            <a:ext cx="9692640" cy="4187952"/>
          </a:xfrm>
        </p:spPr>
        <p:txBody>
          <a:bodyPr>
            <a:normAutofit/>
          </a:bodyPr>
          <a:lstStyle>
            <a:lvl1pPr marL="274320" indent="-274320">
              <a:lnSpc>
                <a:spcPct val="70000"/>
              </a:lnSpc>
              <a:buNone/>
              <a:defRPr sz="9600" cap="all" baseline="0">
                <a:solidFill>
                  <a:schemeClr val="tx2">
                    <a:lumMod val="75000"/>
                  </a:schemeClr>
                </a:solidFill>
                <a:latin typeface="+mj-lt"/>
              </a:defRPr>
            </a:lvl1pPr>
            <a:lvl2pPr marL="274320" indent="-274320">
              <a:lnSpc>
                <a:spcPct val="70000"/>
              </a:lnSpc>
              <a:buNone/>
              <a:defRPr sz="8800" cap="all" baseline="0">
                <a:solidFill>
                  <a:schemeClr val="accent2">
                    <a:lumMod val="20000"/>
                    <a:lumOff val="80000"/>
                  </a:schemeClr>
                </a:solidFill>
                <a:latin typeface="+mj-lt"/>
              </a:defRPr>
            </a:lvl2pPr>
            <a:lvl3pPr marL="274320" indent="-274320">
              <a:lnSpc>
                <a:spcPct val="70000"/>
              </a:lnSpc>
              <a:buNone/>
              <a:defRPr sz="8000" cap="all" baseline="0">
                <a:solidFill>
                  <a:schemeClr val="accent2">
                    <a:lumMod val="20000"/>
                    <a:lumOff val="80000"/>
                  </a:schemeClr>
                </a:solidFill>
                <a:latin typeface="+mj-lt"/>
              </a:defRPr>
            </a:lvl3pPr>
            <a:lvl4pPr marL="274320" indent="-274320">
              <a:lnSpc>
                <a:spcPct val="70000"/>
              </a:lnSpc>
              <a:buNone/>
              <a:defRPr sz="7200" cap="all" baseline="0">
                <a:solidFill>
                  <a:schemeClr val="accent2">
                    <a:lumMod val="20000"/>
                    <a:lumOff val="80000"/>
                  </a:schemeClr>
                </a:solidFill>
                <a:latin typeface="+mj-lt"/>
              </a:defRPr>
            </a:lvl4pPr>
            <a:lvl5pPr marL="274320" indent="-274320">
              <a:lnSpc>
                <a:spcPct val="70000"/>
              </a:lnSpc>
              <a:buNone/>
              <a:defRPr sz="7200" cap="all" baseline="0">
                <a:solidFill>
                  <a:schemeClr val="accent2">
                    <a:lumMod val="20000"/>
                    <a:lumOff val="80000"/>
                  </a:schemeClr>
                </a:solidFill>
                <a:latin typeface="+mj-lt"/>
              </a:defRPr>
            </a:lvl5pPr>
          </a:lstStyle>
          <a:p>
            <a:pPr lvl="0"/>
            <a:r>
              <a:rPr lang="en-US"/>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2443788" cy="411480"/>
          </a:xfrm>
        </p:spPr>
        <p:txBody>
          <a:bodyPr/>
          <a:lstStyle>
            <a:lvl1pPr>
              <a:defRPr>
                <a:solidFill>
                  <a:schemeClr val="tx2"/>
                </a:solidFill>
              </a:defRPr>
            </a:lvl1pPr>
          </a:lstStyle>
          <a:p>
            <a:fld id="{44572B0E-9936-490C-85D7-20C76E88EE7A}" type="datetime1">
              <a:rPr lang="en-US" smtClean="0"/>
              <a:t>6/7/2026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1660C7B9-B6D9-6FB6-59EE-D9DB3BC93758}"/>
              </a:ext>
            </a:extLst>
          </p:cNvPr>
          <p:cNvCxnSpPr>
            <a:cxnSpLocks/>
          </p:cNvCxnSpPr>
          <p:nvPr/>
        </p:nvCxnSpPr>
        <p:spPr>
          <a:xfrm flipH="1">
            <a:off x="0" y="787179"/>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00774984"/>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obj" preserve="1">
  <p:cSld name="Quot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521900" y="5209160"/>
            <a:ext cx="10698480" cy="832104"/>
          </a:xfrm>
        </p:spPr>
        <p:txBody>
          <a:bodyPr anchor="ctr">
            <a:normAutofit/>
          </a:bodyPr>
          <a:lstStyle>
            <a:lvl1pPr>
              <a:defRPr sz="2800" cap="all" baseline="0">
                <a:solidFill>
                  <a:schemeClr val="accent1"/>
                </a:solidFill>
                <a:latin typeface="+mj-lt"/>
              </a:defRPr>
            </a:lvl1pPr>
          </a:lstStyle>
          <a:p>
            <a:r>
              <a:rPr lang="en-US"/>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749808"/>
            <a:ext cx="9400032" cy="3867912"/>
          </a:xfrm>
        </p:spPr>
        <p:txBody>
          <a:bodyPr>
            <a:normAutofit/>
          </a:bodyPr>
          <a:lstStyle>
            <a:lvl1pPr marL="182880" indent="-182880">
              <a:lnSpc>
                <a:spcPct val="100000"/>
              </a:lnSpc>
              <a:buNone/>
              <a:defRPr sz="4000" cap="none" baseline="0">
                <a:solidFill>
                  <a:schemeClr val="tx2"/>
                </a:solidFill>
                <a:latin typeface="+mn-lt"/>
              </a:defRPr>
            </a:lvl1pPr>
            <a:lvl2pPr marL="182880" indent="-182880">
              <a:lnSpc>
                <a:spcPct val="100000"/>
              </a:lnSpc>
              <a:buNone/>
              <a:defRPr sz="3600" cap="none" baseline="0">
                <a:solidFill>
                  <a:schemeClr val="tx2"/>
                </a:solidFill>
                <a:latin typeface="+mn-lt"/>
              </a:defRPr>
            </a:lvl2pPr>
            <a:lvl3pPr marL="182880" indent="-182880">
              <a:lnSpc>
                <a:spcPct val="100000"/>
              </a:lnSpc>
              <a:buNone/>
              <a:defRPr sz="3200" cap="none" baseline="0">
                <a:solidFill>
                  <a:schemeClr val="tx2"/>
                </a:solidFill>
                <a:latin typeface="+mn-lt"/>
              </a:defRPr>
            </a:lvl3pPr>
            <a:lvl4pPr marL="182880" indent="-182880">
              <a:lnSpc>
                <a:spcPct val="100000"/>
              </a:lnSpc>
              <a:buNone/>
              <a:defRPr sz="2800" cap="none" baseline="0">
                <a:solidFill>
                  <a:schemeClr val="tx2"/>
                </a:solidFill>
                <a:latin typeface="+mn-lt"/>
              </a:defRPr>
            </a:lvl4pPr>
            <a:lvl5pPr marL="182880" indent="-182880">
              <a:lnSpc>
                <a:spcPct val="100000"/>
              </a:lnSpc>
              <a:buNone/>
              <a:defRPr sz="2800" cap="none" baseline="0">
                <a:solidFill>
                  <a:schemeClr val="tx2"/>
                </a:solidFill>
                <a:latin typeface="+mn-lt"/>
              </a:defRPr>
            </a:lvl5pPr>
          </a:lstStyle>
          <a:p>
            <a:pPr lvl="0"/>
            <a:r>
              <a:rPr lang="en-US"/>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lvl1pPr>
              <a:defRPr>
                <a:solidFill>
                  <a:schemeClr val="tx2"/>
                </a:solidFill>
              </a:defRPr>
            </a:lvl1pPr>
          </a:lstStyle>
          <a:p>
            <a:fld id="{18ECF368-9FBC-4241-9AEA-ADD9AF02F7A8}" type="datetime1">
              <a:rPr lang="en-US" smtClean="0"/>
              <a:t>6/7/2026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CE49C774-4A6A-D32B-59FA-2442E2B308E5}"/>
              </a:ext>
            </a:extLst>
          </p:cNvPr>
          <p:cNvCxnSpPr>
            <a:cxnSpLocks/>
          </p:cNvCxnSpPr>
          <p:nvPr/>
        </p:nvCxnSpPr>
        <p:spPr>
          <a:xfrm>
            <a:off x="0" y="5062769"/>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B23A142-B021-C473-CBA7-E0C9AA4E71D5}"/>
              </a:ext>
            </a:extLst>
          </p:cNvPr>
          <p:cNvCxnSpPr>
            <a:cxnSpLocks/>
          </p:cNvCxnSpPr>
          <p:nvPr/>
        </p:nvCxnSpPr>
        <p:spPr>
          <a:xfrm>
            <a:off x="0" y="6066955"/>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7993506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594AB-EF90-9591-5954-F617B83D139F}"/>
              </a:ext>
            </a:extLst>
          </p:cNvPr>
          <p:cNvSpPr>
            <a:spLocks noGrp="1"/>
          </p:cNvSpPr>
          <p:nvPr>
            <p:ph type="title"/>
          </p:nvPr>
        </p:nvSpPr>
        <p:spPr>
          <a:xfrm>
            <a:off x="320559" y="685800"/>
            <a:ext cx="11253668" cy="66569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0" name="Footer Placeholder 9">
            <a:extLst>
              <a:ext uri="{FF2B5EF4-FFF2-40B4-BE49-F238E27FC236}">
                <a16:creationId xmlns:a16="http://schemas.microsoft.com/office/drawing/2014/main" id="{96A57BED-3AFE-6AA9-E0D5-586748D61F6A}"/>
              </a:ext>
            </a:extLst>
          </p:cNvPr>
          <p:cNvSpPr>
            <a:spLocks noGrp="1"/>
          </p:cNvSpPr>
          <p:nvPr>
            <p:ph type="ftr" sz="quarter" idx="11"/>
          </p:nvPr>
        </p:nvSpPr>
        <p:spPr/>
        <p:txBody>
          <a:bodyPr/>
          <a:lstStyle/>
          <a:p>
            <a:r>
              <a:rPr lang="en-US"/>
              <a:t>Footer Text</a:t>
            </a:r>
          </a:p>
        </p:txBody>
      </p:sp>
      <p:sp>
        <p:nvSpPr>
          <p:cNvPr id="9" name="Date Placeholder 8">
            <a:extLst>
              <a:ext uri="{FF2B5EF4-FFF2-40B4-BE49-F238E27FC236}">
                <a16:creationId xmlns:a16="http://schemas.microsoft.com/office/drawing/2014/main" id="{47C21221-DC95-273B-0C4F-43B35ADA1C0E}"/>
              </a:ext>
            </a:extLst>
          </p:cNvPr>
          <p:cNvSpPr>
            <a:spLocks noGrp="1"/>
          </p:cNvSpPr>
          <p:nvPr>
            <p:ph type="dt" sz="half" idx="10"/>
          </p:nvPr>
        </p:nvSpPr>
        <p:spPr/>
        <p:txBody>
          <a:bodyPr/>
          <a:lstStyle/>
          <a:p>
            <a:fld id="{9EAD527F-9C49-4481-A18C-80BA2EA99E79}" type="datetime1">
              <a:rPr lang="en-US" smtClean="0"/>
              <a:t>6/7/2026</a:t>
            </a:fld>
            <a:endParaRPr lang="en-US"/>
          </a:p>
        </p:txBody>
      </p:sp>
      <p:sp>
        <p:nvSpPr>
          <p:cNvPr id="11" name="Slide Number Placeholder 10">
            <a:extLst>
              <a:ext uri="{FF2B5EF4-FFF2-40B4-BE49-F238E27FC236}">
                <a16:creationId xmlns:a16="http://schemas.microsoft.com/office/drawing/2014/main" id="{2E44E859-99AA-D46F-1AD8-4C0F287F3783}"/>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F2C3231F-0FFC-E2BB-36F8-9816E4DECEB6}"/>
              </a:ext>
            </a:extLst>
          </p:cNvPr>
          <p:cNvSpPr>
            <a:spLocks noGrp="1"/>
          </p:cNvSpPr>
          <p:nvPr>
            <p:ph sz="half" idx="1"/>
          </p:nvPr>
        </p:nvSpPr>
        <p:spPr>
          <a:xfrm>
            <a:off x="317773" y="1773857"/>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93CC2C1-ED8C-D52E-BEF5-671EDC62385A}"/>
              </a:ext>
            </a:extLst>
          </p:cNvPr>
          <p:cNvSpPr>
            <a:spLocks noGrp="1"/>
          </p:cNvSpPr>
          <p:nvPr>
            <p:ph sz="half" idx="2"/>
          </p:nvPr>
        </p:nvSpPr>
        <p:spPr>
          <a:xfrm>
            <a:off x="6224987" y="1773858"/>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2397169B-5226-712F-36F4-352E56B637D4}"/>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3780454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317772" y="685800"/>
            <a:ext cx="11256264" cy="667512"/>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r>
              <a:rPr lang="en-US"/>
              <a:t>Footer Text</a:t>
            </a:r>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F38039EB-95FD-42A0-BF06-87A9D15142C9}" type="datetime1">
              <a:rPr lang="en-US" smtClean="0"/>
              <a:t>6/7/2026</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Text Placeholder 2">
            <a:extLst>
              <a:ext uri="{FF2B5EF4-FFF2-40B4-BE49-F238E27FC236}">
                <a16:creationId xmlns:a16="http://schemas.microsoft.com/office/drawing/2014/main" id="{7709FF10-A82A-AAEB-4B8C-921F3BA2028E}"/>
              </a:ext>
            </a:extLst>
          </p:cNvPr>
          <p:cNvSpPr>
            <a:spLocks noGrp="1"/>
          </p:cNvSpPr>
          <p:nvPr>
            <p:ph type="body" idx="1"/>
          </p:nvPr>
        </p:nvSpPr>
        <p:spPr>
          <a:xfrm>
            <a:off x="317773" y="1773857"/>
            <a:ext cx="5349064"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4D3C6A-509A-8CB1-B220-1CE755BE2FE8}"/>
              </a:ext>
            </a:extLst>
          </p:cNvPr>
          <p:cNvSpPr>
            <a:spLocks noGrp="1"/>
          </p:cNvSpPr>
          <p:nvPr>
            <p:ph sz="half" idx="2"/>
          </p:nvPr>
        </p:nvSpPr>
        <p:spPr>
          <a:xfrm>
            <a:off x="317773" y="2368476"/>
            <a:ext cx="5349064"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A627A15-4AB2-F230-22C7-0605AFD7DF22}"/>
              </a:ext>
            </a:extLst>
          </p:cNvPr>
          <p:cNvSpPr>
            <a:spLocks noGrp="1"/>
          </p:cNvSpPr>
          <p:nvPr>
            <p:ph type="body" sz="quarter" idx="3"/>
          </p:nvPr>
        </p:nvSpPr>
        <p:spPr>
          <a:xfrm>
            <a:off x="6224796" y="1773857"/>
            <a:ext cx="5349240"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1ECFD5-92D0-1854-D18E-8BC5DF56A70E}"/>
              </a:ext>
            </a:extLst>
          </p:cNvPr>
          <p:cNvSpPr>
            <a:spLocks noGrp="1"/>
          </p:cNvSpPr>
          <p:nvPr>
            <p:ph sz="quarter" idx="4"/>
          </p:nvPr>
        </p:nvSpPr>
        <p:spPr>
          <a:xfrm>
            <a:off x="6224796" y="2368476"/>
            <a:ext cx="5349240"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3D1AC07E-A077-E2A6-1718-DDDA542A8A98}"/>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6553991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17042-CDCB-3B2F-8C5B-24B17903E7D2}"/>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p>
        </p:txBody>
      </p:sp>
      <p:sp>
        <p:nvSpPr>
          <p:cNvPr id="4" name="Footer Placeholder 3">
            <a:extLst>
              <a:ext uri="{FF2B5EF4-FFF2-40B4-BE49-F238E27FC236}">
                <a16:creationId xmlns:a16="http://schemas.microsoft.com/office/drawing/2014/main" id="{3BA4C6AE-702E-258F-EA5E-02906C70DFD8}"/>
              </a:ext>
            </a:extLst>
          </p:cNvPr>
          <p:cNvSpPr>
            <a:spLocks noGrp="1"/>
          </p:cNvSpPr>
          <p:nvPr>
            <p:ph type="ftr" sz="quarter" idx="11"/>
          </p:nvPr>
        </p:nvSpPr>
        <p:spPr/>
        <p:txBody>
          <a:bodyPr/>
          <a:lstStyle/>
          <a:p>
            <a:r>
              <a:rPr lang="en-US"/>
              <a:t>Footer Text</a:t>
            </a:r>
          </a:p>
        </p:txBody>
      </p:sp>
      <p:sp>
        <p:nvSpPr>
          <p:cNvPr id="3" name="Date Placeholder 2">
            <a:extLst>
              <a:ext uri="{FF2B5EF4-FFF2-40B4-BE49-F238E27FC236}">
                <a16:creationId xmlns:a16="http://schemas.microsoft.com/office/drawing/2014/main" id="{12339AE3-ADB1-728F-9FBA-2FD43A0AC300}"/>
              </a:ext>
            </a:extLst>
          </p:cNvPr>
          <p:cNvSpPr>
            <a:spLocks noGrp="1"/>
          </p:cNvSpPr>
          <p:nvPr>
            <p:ph type="dt" sz="half" idx="10"/>
          </p:nvPr>
        </p:nvSpPr>
        <p:spPr/>
        <p:txBody>
          <a:bodyPr/>
          <a:lstStyle/>
          <a:p>
            <a:fld id="{6819701D-AA71-4F6F-B74A-236E07E9ABE4}" type="datetime1">
              <a:rPr lang="en-US" smtClean="0"/>
              <a:t>6/7/2026</a:t>
            </a:fld>
            <a:endParaRPr lang="en-US"/>
          </a:p>
        </p:txBody>
      </p:sp>
      <p:sp>
        <p:nvSpPr>
          <p:cNvPr id="5" name="Slide Number Placeholder 4">
            <a:extLst>
              <a:ext uri="{FF2B5EF4-FFF2-40B4-BE49-F238E27FC236}">
                <a16:creationId xmlns:a16="http://schemas.microsoft.com/office/drawing/2014/main" id="{FD965F4B-E6CF-D83A-1F1B-81274FD57428}"/>
              </a:ext>
            </a:extLst>
          </p:cNvPr>
          <p:cNvSpPr>
            <a:spLocks noGrp="1"/>
          </p:cNvSpPr>
          <p:nvPr>
            <p:ph type="sldNum" sz="quarter" idx="12"/>
          </p:nvPr>
        </p:nvSpPr>
        <p:spPr/>
        <p:txBody>
          <a:bodyPr/>
          <a:lstStyle/>
          <a:p>
            <a:fld id="{753D0FD4-819D-4187-8797-C35567B41C78}" type="slidenum">
              <a:rPr lang="en-US" smtClean="0"/>
              <a:t>‹#›</a:t>
            </a:fld>
            <a:endParaRPr lang="en-US"/>
          </a:p>
        </p:txBody>
      </p:sp>
    </p:spTree>
    <p:extLst>
      <p:ext uri="{BB962C8B-B14F-4D97-AF65-F5344CB8AC3E}">
        <p14:creationId xmlns:p14="http://schemas.microsoft.com/office/powerpoint/2010/main" val="231150503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E52550-02A6-D7FB-DD57-70C87BAA4FE2}"/>
              </a:ext>
            </a:extLst>
          </p:cNvPr>
          <p:cNvSpPr>
            <a:spLocks noGrp="1"/>
          </p:cNvSpPr>
          <p:nvPr>
            <p:ph type="ftr" sz="quarter" idx="11"/>
          </p:nvPr>
        </p:nvSpPr>
        <p:spPr/>
        <p:txBody>
          <a:bodyPr/>
          <a:lstStyle/>
          <a:p>
            <a:r>
              <a:rPr lang="en-US"/>
              <a:t>Footer Text</a:t>
            </a:r>
          </a:p>
        </p:txBody>
      </p:sp>
      <p:sp>
        <p:nvSpPr>
          <p:cNvPr id="2" name="Date Placeholder 1">
            <a:extLst>
              <a:ext uri="{FF2B5EF4-FFF2-40B4-BE49-F238E27FC236}">
                <a16:creationId xmlns:a16="http://schemas.microsoft.com/office/drawing/2014/main" id="{B402D272-B561-7F82-06FB-C5DE719AAE9A}"/>
              </a:ext>
            </a:extLst>
          </p:cNvPr>
          <p:cNvSpPr>
            <a:spLocks noGrp="1"/>
          </p:cNvSpPr>
          <p:nvPr>
            <p:ph type="dt" sz="half" idx="10"/>
          </p:nvPr>
        </p:nvSpPr>
        <p:spPr/>
        <p:txBody>
          <a:bodyPr/>
          <a:lstStyle/>
          <a:p>
            <a:fld id="{A886D589-8B08-4190-9F3B-BA01ED2999CB}" type="datetime1">
              <a:rPr lang="en-US" smtClean="0"/>
              <a:t>6/7/2026</a:t>
            </a:fld>
            <a:endParaRPr lang="en-US"/>
          </a:p>
        </p:txBody>
      </p:sp>
      <p:sp>
        <p:nvSpPr>
          <p:cNvPr id="4" name="Slide Number Placeholder 3">
            <a:extLst>
              <a:ext uri="{FF2B5EF4-FFF2-40B4-BE49-F238E27FC236}">
                <a16:creationId xmlns:a16="http://schemas.microsoft.com/office/drawing/2014/main" id="{A7EF0FF0-3A36-A128-D75E-71A4B54CB6CD}"/>
              </a:ext>
            </a:extLst>
          </p:cNvPr>
          <p:cNvSpPr>
            <a:spLocks noGrp="1"/>
          </p:cNvSpPr>
          <p:nvPr>
            <p:ph type="sldNum" sz="quarter" idx="12"/>
          </p:nvPr>
        </p:nvSpPr>
        <p:spPr/>
        <p:txBody>
          <a:bodyPr/>
          <a:lstStyle/>
          <a:p>
            <a:fld id="{753D0FD4-819D-4187-8797-C35567B41C78}" type="slidenum">
              <a:rPr lang="en-US" smtClean="0"/>
              <a:t>‹#›</a:t>
            </a:fld>
            <a:endParaRPr lang="en-US"/>
          </a:p>
        </p:txBody>
      </p:sp>
    </p:spTree>
    <p:extLst>
      <p:ext uri="{BB962C8B-B14F-4D97-AF65-F5344CB8AC3E}">
        <p14:creationId xmlns:p14="http://schemas.microsoft.com/office/powerpoint/2010/main" val="276141651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BEA7-A772-B39C-F049-D8BA2D3F4EF5}"/>
              </a:ext>
            </a:extLst>
          </p:cNvPr>
          <p:cNvSpPr>
            <a:spLocks noGrp="1"/>
          </p:cNvSpPr>
          <p:nvPr>
            <p:ph type="title"/>
          </p:nvPr>
        </p:nvSpPr>
        <p:spPr>
          <a:xfrm>
            <a:off x="317774" y="1092200"/>
            <a:ext cx="3749040" cy="2907792"/>
          </a:xfrm>
        </p:spPr>
        <p:txBody>
          <a:bodyPr vert="horz" lIns="91440" tIns="45720" rIns="91440" bIns="45720" rtlCol="0" anchor="t">
            <a:normAutofit/>
          </a:bodyPr>
          <a:lstStyle>
            <a:lvl1pPr>
              <a:defRPr lang="en-US" sz="5400" dirty="0"/>
            </a:lvl1pPr>
          </a:lstStyle>
          <a:p>
            <a:pPr lvl="0"/>
            <a:r>
              <a:rPr lang="en-US"/>
              <a:t>Click to edit Master title style</a:t>
            </a:r>
          </a:p>
        </p:txBody>
      </p:sp>
      <p:sp>
        <p:nvSpPr>
          <p:cNvPr id="6" name="Footer Placeholder 5">
            <a:extLst>
              <a:ext uri="{FF2B5EF4-FFF2-40B4-BE49-F238E27FC236}">
                <a16:creationId xmlns:a16="http://schemas.microsoft.com/office/drawing/2014/main" id="{71AADC46-B01E-DA2E-F24C-C48F5253DD00}"/>
              </a:ext>
            </a:extLst>
          </p:cNvPr>
          <p:cNvSpPr>
            <a:spLocks noGrp="1"/>
          </p:cNvSpPr>
          <p:nvPr>
            <p:ph type="ftr" sz="quarter" idx="11"/>
          </p:nvPr>
        </p:nvSpPr>
        <p:spPr/>
        <p:txBody>
          <a:bodyPr/>
          <a:lstStyle/>
          <a:p>
            <a:r>
              <a:rPr lang="en-US"/>
              <a:t>Footer Text</a:t>
            </a:r>
          </a:p>
        </p:txBody>
      </p:sp>
      <p:sp>
        <p:nvSpPr>
          <p:cNvPr id="5" name="Date Placeholder 4">
            <a:extLst>
              <a:ext uri="{FF2B5EF4-FFF2-40B4-BE49-F238E27FC236}">
                <a16:creationId xmlns:a16="http://schemas.microsoft.com/office/drawing/2014/main" id="{B71A6063-F591-A804-79FE-A80AD399139E}"/>
              </a:ext>
            </a:extLst>
          </p:cNvPr>
          <p:cNvSpPr>
            <a:spLocks noGrp="1"/>
          </p:cNvSpPr>
          <p:nvPr>
            <p:ph type="dt" sz="half" idx="10"/>
          </p:nvPr>
        </p:nvSpPr>
        <p:spPr>
          <a:xfrm>
            <a:off x="4974336" y="207982"/>
            <a:ext cx="1921315" cy="413360"/>
          </a:xfrm>
        </p:spPr>
        <p:txBody>
          <a:bodyPr/>
          <a:lstStyle/>
          <a:p>
            <a:fld id="{F550E5DF-8560-4E07-A403-19861023D638}" type="datetime1">
              <a:rPr lang="en-US" smtClean="0"/>
              <a:t>6/7/2026</a:t>
            </a:fld>
            <a:endParaRPr lang="en-US"/>
          </a:p>
        </p:txBody>
      </p:sp>
      <p:sp>
        <p:nvSpPr>
          <p:cNvPr id="7" name="Slide Number Placeholder 6">
            <a:extLst>
              <a:ext uri="{FF2B5EF4-FFF2-40B4-BE49-F238E27FC236}">
                <a16:creationId xmlns:a16="http://schemas.microsoft.com/office/drawing/2014/main" id="{4BEFF439-6DA2-A61B-C94C-BEDC2411D6CC}"/>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4" name="Text Placeholder 3">
            <a:extLst>
              <a:ext uri="{FF2B5EF4-FFF2-40B4-BE49-F238E27FC236}">
                <a16:creationId xmlns:a16="http://schemas.microsoft.com/office/drawing/2014/main" id="{0D5693C4-36AD-07F9-763E-EE5FC9DFB1AD}"/>
              </a:ext>
            </a:extLst>
          </p:cNvPr>
          <p:cNvSpPr>
            <a:spLocks noGrp="1"/>
          </p:cNvSpPr>
          <p:nvPr>
            <p:ph type="body" sz="half" idx="2"/>
          </p:nvPr>
        </p:nvSpPr>
        <p:spPr>
          <a:xfrm>
            <a:off x="317774" y="4096512"/>
            <a:ext cx="3749040" cy="2322576"/>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10FB4614-4148-D757-88D0-D93E5E1EA1A0}"/>
              </a:ext>
            </a:extLst>
          </p:cNvPr>
          <p:cNvSpPr>
            <a:spLocks noGrp="1"/>
          </p:cNvSpPr>
          <p:nvPr>
            <p:ph idx="1"/>
          </p:nvPr>
        </p:nvSpPr>
        <p:spPr>
          <a:xfrm>
            <a:off x="4974336" y="1092200"/>
            <a:ext cx="6858000" cy="534009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0585293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EFA5E-0A3D-E6AD-3C21-DC40BCDEC609}"/>
              </a:ext>
            </a:extLst>
          </p:cNvPr>
          <p:cNvSpPr>
            <a:spLocks noGrp="1"/>
          </p:cNvSpPr>
          <p:nvPr>
            <p:ph type="title"/>
          </p:nvPr>
        </p:nvSpPr>
        <p:spPr>
          <a:xfrm>
            <a:off x="317773" y="1088136"/>
            <a:ext cx="3467048" cy="2905795"/>
          </a:xfrm>
        </p:spPr>
        <p:txBody>
          <a:bodyPr vert="horz" lIns="91440" tIns="45720" rIns="91440" bIns="45720" rtlCol="0" anchor="t">
            <a:normAutofit/>
          </a:bodyPr>
          <a:lstStyle>
            <a:lvl1pPr>
              <a:defRPr lang="en-US" sz="5400" dirty="0"/>
            </a:lvl1pPr>
          </a:lstStyle>
          <a:p>
            <a:pPr lvl="0"/>
            <a:r>
              <a:rPr lang="en-US"/>
              <a:t>Click to edit Master title style</a:t>
            </a:r>
          </a:p>
        </p:txBody>
      </p:sp>
      <p:sp>
        <p:nvSpPr>
          <p:cNvPr id="6" name="Footer Placeholder 5">
            <a:extLst>
              <a:ext uri="{FF2B5EF4-FFF2-40B4-BE49-F238E27FC236}">
                <a16:creationId xmlns:a16="http://schemas.microsoft.com/office/drawing/2014/main" id="{E7F485A3-3BFA-4B57-F6E5-5F41542B7BBD}"/>
              </a:ext>
            </a:extLst>
          </p:cNvPr>
          <p:cNvSpPr>
            <a:spLocks noGrp="1"/>
          </p:cNvSpPr>
          <p:nvPr>
            <p:ph type="ftr" sz="quarter" idx="11"/>
          </p:nvPr>
        </p:nvSpPr>
        <p:spPr/>
        <p:txBody>
          <a:bodyPr/>
          <a:lstStyle/>
          <a:p>
            <a:r>
              <a:rPr lang="en-US"/>
              <a:t>Footer Text</a:t>
            </a:r>
          </a:p>
        </p:txBody>
      </p:sp>
      <p:sp>
        <p:nvSpPr>
          <p:cNvPr id="5" name="Date Placeholder 4">
            <a:extLst>
              <a:ext uri="{FF2B5EF4-FFF2-40B4-BE49-F238E27FC236}">
                <a16:creationId xmlns:a16="http://schemas.microsoft.com/office/drawing/2014/main" id="{600AC9F0-6744-73C8-54FC-5C12BA7BF791}"/>
              </a:ext>
            </a:extLst>
          </p:cNvPr>
          <p:cNvSpPr>
            <a:spLocks noGrp="1"/>
          </p:cNvSpPr>
          <p:nvPr>
            <p:ph type="dt" sz="half" idx="10"/>
          </p:nvPr>
        </p:nvSpPr>
        <p:spPr>
          <a:xfrm>
            <a:off x="4292854" y="207982"/>
            <a:ext cx="2605980" cy="413360"/>
          </a:xfrm>
        </p:spPr>
        <p:txBody>
          <a:bodyPr/>
          <a:lstStyle/>
          <a:p>
            <a:fld id="{5629972A-00A4-4626-8EEC-CE2966C6B0BF}" type="datetime1">
              <a:rPr lang="en-US" smtClean="0"/>
              <a:t>6/7/2026</a:t>
            </a:fld>
            <a:endParaRPr lang="en-US"/>
          </a:p>
        </p:txBody>
      </p:sp>
      <p:sp>
        <p:nvSpPr>
          <p:cNvPr id="7" name="Slide Number Placeholder 6">
            <a:extLst>
              <a:ext uri="{FF2B5EF4-FFF2-40B4-BE49-F238E27FC236}">
                <a16:creationId xmlns:a16="http://schemas.microsoft.com/office/drawing/2014/main" id="{31BAB9F6-C801-466A-4C39-23DCB1CD5489}"/>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4" name="Text Placeholder 3">
            <a:extLst>
              <a:ext uri="{FF2B5EF4-FFF2-40B4-BE49-F238E27FC236}">
                <a16:creationId xmlns:a16="http://schemas.microsoft.com/office/drawing/2014/main" id="{7CBA8418-7980-9A18-053B-82E4F16EBD61}"/>
              </a:ext>
            </a:extLst>
          </p:cNvPr>
          <p:cNvSpPr>
            <a:spLocks noGrp="1"/>
          </p:cNvSpPr>
          <p:nvPr>
            <p:ph type="body" sz="half" idx="2"/>
          </p:nvPr>
        </p:nvSpPr>
        <p:spPr>
          <a:xfrm>
            <a:off x="317773" y="4099034"/>
            <a:ext cx="3467048" cy="2325621"/>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126F9F06-BE63-8EE7-74C5-6D0E3F9B7571}"/>
              </a:ext>
            </a:extLst>
          </p:cNvPr>
          <p:cNvSpPr>
            <a:spLocks noGrp="1"/>
          </p:cNvSpPr>
          <p:nvPr>
            <p:ph type="pic" idx="1" hasCustomPrompt="1"/>
          </p:nvPr>
        </p:nvSpPr>
        <p:spPr>
          <a:xfrm>
            <a:off x="4292853" y="793729"/>
            <a:ext cx="7899147" cy="6073107"/>
          </a:xfrm>
          <a:blipFill>
            <a:blip r:embed="rId2">
              <a:alphaModFix amt="80000"/>
            </a:blip>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cxnSp>
        <p:nvCxnSpPr>
          <p:cNvPr id="9" name="Straight Connector 8">
            <a:extLst>
              <a:ext uri="{FF2B5EF4-FFF2-40B4-BE49-F238E27FC236}">
                <a16:creationId xmlns:a16="http://schemas.microsoft.com/office/drawing/2014/main" id="{CA44ED1E-1404-EA59-99E6-D28F5236A529}"/>
              </a:ext>
            </a:extLst>
          </p:cNvPr>
          <p:cNvCxnSpPr>
            <a:cxnSpLocks/>
          </p:cNvCxnSpPr>
          <p:nvPr/>
        </p:nvCxnSpPr>
        <p:spPr>
          <a:xfrm>
            <a:off x="4292853" y="784893"/>
            <a:ext cx="0" cy="607310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7738294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Conclusion">
    <p:bg>
      <p:bgRef idx="1001">
        <a:schemeClr val="bg2"/>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8A45ECA-9413-0F81-085A-48CF6F23E1DC}"/>
              </a:ext>
            </a:extLst>
          </p:cNvPr>
          <p:cNvCxnSpPr>
            <a:cxnSpLocks/>
          </p:cNvCxnSpPr>
          <p:nvPr/>
        </p:nvCxnSpPr>
        <p:spPr>
          <a:xfrm>
            <a:off x="0" y="2118492"/>
            <a:ext cx="12192000" cy="0"/>
          </a:xfrm>
          <a:prstGeom prst="line">
            <a:avLst/>
          </a:prstGeom>
          <a:ln w="9525">
            <a:solidFill>
              <a:schemeClr val="tx1">
                <a:lumMod val="8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832104"/>
            <a:ext cx="11253668" cy="1225296"/>
          </a:xfrm>
        </p:spPr>
        <p:txBody>
          <a:bodyPr>
            <a:normAutofit/>
          </a:bodyPr>
          <a:lstStyle>
            <a:lvl1pPr>
              <a:defRPr sz="8800">
                <a:solidFill>
                  <a:schemeClr val="tx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263640"/>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1" y="6263640"/>
            <a:ext cx="1933553" cy="411480"/>
          </a:xfrm>
        </p:spPr>
        <p:txBody>
          <a:bodyPr/>
          <a:lstStyle>
            <a:lvl1pPr>
              <a:defRPr>
                <a:solidFill>
                  <a:schemeClr val="tx2"/>
                </a:solidFill>
              </a:defRPr>
            </a:lvl1pPr>
          </a:lstStyle>
          <a:p>
            <a:fld id="{12A08923-D58E-4822-B554-6A1173FCE25D}" type="datetime1">
              <a:rPr lang="en-US" smtClean="0"/>
              <a:t>6/7/2026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63640"/>
            <a:ext cx="546447" cy="413360"/>
          </a:xfrm>
        </p:spPr>
        <p:txBody>
          <a:bodyPr/>
          <a:lstStyle>
            <a:lvl1pPr>
              <a:defRPr>
                <a:solidFill>
                  <a:schemeClr val="tx2"/>
                </a:solidFill>
              </a:defRPr>
            </a:lvl1p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7" y="3429001"/>
            <a:ext cx="11253669" cy="2773546"/>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08003027"/>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obj"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60" y="1270390"/>
            <a:ext cx="7929980" cy="2060888"/>
          </a:xfrm>
        </p:spPr>
        <p:txBody>
          <a:bodyPr>
            <a:normAutofit/>
          </a:bodyPr>
          <a:lstStyle>
            <a:lvl1pPr>
              <a:defRPr sz="8800">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5" y="3794761"/>
            <a:ext cx="7932765" cy="1531091"/>
          </a:xfrm>
        </p:spPr>
        <p:txBody>
          <a:bodyPr>
            <a:normAutofit/>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F50BF9E0-60DA-4D6D-8F14-825F152220D6}" type="datetime1">
              <a:rPr lang="en-US" smtClean="0"/>
              <a:t>6/7/2026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F4D168F9-DE00-B9C1-AD77-139DA8AF3364}"/>
              </a:ext>
            </a:extLst>
          </p:cNvPr>
          <p:cNvCxnSpPr>
            <a:cxnSpLocks/>
          </p:cNvCxnSpPr>
          <p:nvPr/>
        </p:nvCxnSpPr>
        <p:spPr>
          <a:xfrm>
            <a:off x="0" y="3434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69829230"/>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61" Type="http://schemas.openxmlformats.org/officeDocument/2006/relationships/slideLayout" Target="../slideLayouts/slideLayout6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C4398EFF-E3C5-E79D-1BD3-016E84949F9C}"/>
              </a:ext>
            </a:extLst>
          </p:cNvPr>
          <p:cNvCxnSpPr>
            <a:cxnSpLocks/>
          </p:cNvCxnSpPr>
          <p:nvPr/>
        </p:nvCxnSpPr>
        <p:spPr>
          <a:xfrm>
            <a:off x="0" y="789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66478947-1D67-18A4-7E48-5B4B2F97FBE9}"/>
              </a:ext>
            </a:extLst>
          </p:cNvPr>
          <p:cNvSpPr>
            <a:spLocks noGrp="1"/>
          </p:cNvSpPr>
          <p:nvPr>
            <p:ph type="title"/>
          </p:nvPr>
        </p:nvSpPr>
        <p:spPr>
          <a:xfrm>
            <a:off x="320559" y="935798"/>
            <a:ext cx="11253668" cy="66569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7DFE08CA-9517-ABC1-E915-31EA6D7B73C7}"/>
              </a:ext>
            </a:extLst>
          </p:cNvPr>
          <p:cNvSpPr>
            <a:spLocks noGrp="1"/>
          </p:cNvSpPr>
          <p:nvPr>
            <p:ph type="body" idx="1"/>
          </p:nvPr>
        </p:nvSpPr>
        <p:spPr>
          <a:xfrm>
            <a:off x="320559" y="1707581"/>
            <a:ext cx="11253668" cy="484833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0E3983D-E783-AAEC-26DB-4B3F6511C702}"/>
              </a:ext>
            </a:extLst>
          </p:cNvPr>
          <p:cNvSpPr>
            <a:spLocks noGrp="1"/>
          </p:cNvSpPr>
          <p:nvPr>
            <p:ph type="ftr" sz="quarter" idx="3"/>
          </p:nvPr>
        </p:nvSpPr>
        <p:spPr>
          <a:xfrm>
            <a:off x="317773" y="207982"/>
            <a:ext cx="2963692"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70454426-0A97-D20B-FD06-9648AED7773C}"/>
              </a:ext>
            </a:extLst>
          </p:cNvPr>
          <p:cNvSpPr>
            <a:spLocks noGrp="1"/>
          </p:cNvSpPr>
          <p:nvPr>
            <p:ph type="dt" sz="half" idx="2"/>
          </p:nvPr>
        </p:nvSpPr>
        <p:spPr>
          <a:xfrm>
            <a:off x="7680069" y="207982"/>
            <a:ext cx="1921315"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fld id="{18A4B20A-718A-4149-B5D2-676E857EB828}" type="datetime1">
              <a:rPr lang="en-US" smtClean="0"/>
              <a:t>6/7/2026</a:t>
            </a:fld>
            <a:endParaRPr lang="en-US"/>
          </a:p>
        </p:txBody>
      </p:sp>
      <p:sp>
        <p:nvSpPr>
          <p:cNvPr id="6" name="Slide Number Placeholder 5">
            <a:extLst>
              <a:ext uri="{FF2B5EF4-FFF2-40B4-BE49-F238E27FC236}">
                <a16:creationId xmlns:a16="http://schemas.microsoft.com/office/drawing/2014/main" id="{7DA13386-8E2A-2962-4804-81558038BA54}"/>
              </a:ext>
            </a:extLst>
          </p:cNvPr>
          <p:cNvSpPr>
            <a:spLocks noGrp="1"/>
          </p:cNvSpPr>
          <p:nvPr>
            <p:ph type="sldNum" sz="quarter" idx="4"/>
          </p:nvPr>
        </p:nvSpPr>
        <p:spPr>
          <a:xfrm>
            <a:off x="11288870" y="207982"/>
            <a:ext cx="546447" cy="413360"/>
          </a:xfrm>
          <a:prstGeom prst="rect">
            <a:avLst/>
          </a:prstGeom>
        </p:spPr>
        <p:txBody>
          <a:bodyPr vert="horz" lIns="91440" tIns="45720" rIns="91440" bIns="45720" rtlCol="0" anchor="ctr">
            <a:normAutofit/>
          </a:bodyPr>
          <a:lstStyle>
            <a:lvl1pPr algn="r">
              <a:defRPr sz="850" b="1" cap="all" baseline="0">
                <a:solidFill>
                  <a:schemeClr val="tx2"/>
                </a:solidFill>
              </a:defRPr>
            </a:lvl1pPr>
          </a:lstStyle>
          <a:p>
            <a:fld id="{753D0FD4-819D-4187-8797-C35567B41C78}" type="slidenum">
              <a:rPr lang="en-US" smtClean="0"/>
              <a:t>‹#›</a:t>
            </a:fld>
            <a:endParaRPr lang="en-US"/>
          </a:p>
        </p:txBody>
      </p:sp>
    </p:spTree>
    <p:extLst>
      <p:ext uri="{BB962C8B-B14F-4D97-AF65-F5344CB8AC3E}">
        <p14:creationId xmlns:p14="http://schemas.microsoft.com/office/powerpoint/2010/main" val="26229444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Lst>
  <p:hf hdr="0"/>
  <p:txStyles>
    <p:titleStyle>
      <a:lvl1pPr algn="l" defTabSz="914400" rtl="0" eaLnBrk="1" latinLnBrk="0" hangingPunct="1">
        <a:lnSpc>
          <a:spcPct val="70000"/>
        </a:lnSpc>
        <a:spcBef>
          <a:spcPct val="0"/>
        </a:spcBef>
        <a:buNone/>
        <a:defRPr sz="4000" kern="1200" cap="all"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0">
          <p15:clr>
            <a:srgbClr val="F26B43"/>
          </p15:clr>
        </p15:guide>
        <p15:guide id="2" pos="264">
          <p15:clr>
            <a:srgbClr val="F26B43"/>
          </p15:clr>
        </p15:guide>
        <p15:guide id="3" pos="7416">
          <p15:clr>
            <a:srgbClr val="F26B43"/>
          </p15:clr>
        </p15:guide>
        <p15:guide id="4" orient="horz" pos="3816">
          <p15:clr>
            <a:srgbClr val="F26B43"/>
          </p15:clr>
        </p15:guide>
        <p15:guide id="5" pos="7200">
          <p15:clr>
            <a:srgbClr val="F26B43"/>
          </p15:clr>
        </p15:guide>
        <p15:guide id="6" pos="504">
          <p15:clr>
            <a:srgbClr val="F26B43"/>
          </p15:clr>
        </p15:guide>
        <p15:guide id="7" orient="horz" pos="4128">
          <p15:clr>
            <a:srgbClr val="F26B43"/>
          </p15:clr>
        </p15:guide>
        <p15:guide id="8" orient="horz" pos="1056">
          <p15:clr>
            <a:srgbClr val="F26B43"/>
          </p15:clr>
        </p15:guide>
        <p15:guide id="9" pos="45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8.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5.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54.xml"/><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F5709-176D-29E2-DB3A-2B36FCF027B3}"/>
              </a:ext>
            </a:extLst>
          </p:cNvPr>
          <p:cNvSpPr>
            <a:spLocks noGrp="1"/>
          </p:cNvSpPr>
          <p:nvPr>
            <p:ph type="ctrTitle"/>
          </p:nvPr>
        </p:nvSpPr>
        <p:spPr>
          <a:xfrm>
            <a:off x="320039" y="1033272"/>
            <a:ext cx="5892073" cy="3895344"/>
          </a:xfrm>
        </p:spPr>
        <p:txBody>
          <a:bodyPr anchor="t">
            <a:normAutofit/>
          </a:bodyPr>
          <a:lstStyle/>
          <a:p>
            <a:r>
              <a:rPr lang="en-US"/>
              <a:t>Fitness User Segmentation and Churn Analysis</a:t>
            </a:r>
          </a:p>
        </p:txBody>
      </p:sp>
      <p:sp>
        <p:nvSpPr>
          <p:cNvPr id="3" name="Subtitle 2">
            <a:extLst>
              <a:ext uri="{FF2B5EF4-FFF2-40B4-BE49-F238E27FC236}">
                <a16:creationId xmlns:a16="http://schemas.microsoft.com/office/drawing/2014/main" id="{587905C1-9EAD-5F5C-5D69-70AE90AD217C}"/>
              </a:ext>
            </a:extLst>
          </p:cNvPr>
          <p:cNvSpPr>
            <a:spLocks noGrp="1"/>
          </p:cNvSpPr>
          <p:nvPr>
            <p:ph type="subTitle" idx="1"/>
          </p:nvPr>
        </p:nvSpPr>
        <p:spPr>
          <a:xfrm>
            <a:off x="320040" y="5733288"/>
            <a:ext cx="5892071" cy="795528"/>
          </a:xfrm>
        </p:spPr>
        <p:txBody>
          <a:bodyPr anchor="ctr">
            <a:normAutofit/>
          </a:bodyPr>
          <a:lstStyle/>
          <a:p>
            <a:r>
              <a:rPr lang="en-US"/>
              <a:t>Understanding user groups and retention patterns effectively</a:t>
            </a:r>
          </a:p>
        </p:txBody>
      </p:sp>
      <p:sp>
        <p:nvSpPr>
          <p:cNvPr id="4" name="Footer Placeholder 3">
            <a:extLst>
              <a:ext uri="{FF2B5EF4-FFF2-40B4-BE49-F238E27FC236}">
                <a16:creationId xmlns:a16="http://schemas.microsoft.com/office/drawing/2014/main" id="{C15C2B80-5E6C-DFCB-BEDA-AEAD8928B0E6}"/>
              </a:ext>
            </a:extLst>
          </p:cNvPr>
          <p:cNvSpPr>
            <a:spLocks noGrp="1"/>
          </p:cNvSpPr>
          <p:nvPr>
            <p:ph type="ftr" sz="quarter" idx="11"/>
          </p:nvPr>
        </p:nvSpPr>
        <p:spPr>
          <a:xfrm>
            <a:off x="317773" y="207982"/>
            <a:ext cx="2963692" cy="413360"/>
          </a:xfrm>
        </p:spPr>
        <p:txBody>
          <a:bodyPr anchor="ctr">
            <a:normAutofit/>
          </a:bodyPr>
          <a:lstStyle/>
          <a:p>
            <a:pPr>
              <a:spcAft>
                <a:spcPts val="600"/>
              </a:spcAft>
            </a:pPr>
            <a:r>
              <a:rPr lang="en-US"/>
              <a:t>Footer Text</a:t>
            </a:r>
          </a:p>
        </p:txBody>
      </p:sp>
      <p:pic>
        <p:nvPicPr>
          <p:cNvPr id="8" name="Picture Placeholder 7" descr="3D illustration.">
            <a:extLst>
              <a:ext uri="{FF2B5EF4-FFF2-40B4-BE49-F238E27FC236}">
                <a16:creationId xmlns:a16="http://schemas.microsoft.com/office/drawing/2014/main" id="{24BF8BC5-5E47-4B0B-84EA-A3268F80A41E}"/>
              </a:ext>
            </a:extLst>
          </p:cNvPr>
          <p:cNvPicPr>
            <a:picLocks noGrp="1" noChangeAspect="1"/>
          </p:cNvPicPr>
          <p:nvPr>
            <p:ph type="pic" sz="quarter" idx="13"/>
          </p:nvPr>
        </p:nvPicPr>
        <p:blipFill>
          <a:blip r:embed="rId3"/>
          <a:srcRect l="17467" r="17467"/>
          <a:stretch/>
        </p:blipFill>
        <p:spPr>
          <a:xfrm>
            <a:off x="6931152" y="793882"/>
            <a:ext cx="5260848" cy="6064050"/>
          </a:xfrm>
          <a:blipFill>
            <a:blip r:embed="rId4">
              <a:alphaModFix amt="80000"/>
            </a:blip>
            <a:stretch>
              <a:fillRect/>
            </a:stretch>
          </a:blipFill>
        </p:spPr>
      </p:pic>
      <p:sp>
        <p:nvSpPr>
          <p:cNvPr id="6" name="Date Placeholder 5">
            <a:extLst>
              <a:ext uri="{FF2B5EF4-FFF2-40B4-BE49-F238E27FC236}">
                <a16:creationId xmlns:a16="http://schemas.microsoft.com/office/drawing/2014/main" id="{1FDC0629-6FD3-2453-1285-DC234FAF99D5}"/>
              </a:ext>
            </a:extLst>
          </p:cNvPr>
          <p:cNvSpPr>
            <a:spLocks noGrp="1"/>
          </p:cNvSpPr>
          <p:nvPr>
            <p:ph type="dt" sz="half" idx="10"/>
          </p:nvPr>
        </p:nvSpPr>
        <p:spPr>
          <a:xfrm>
            <a:off x="6938587" y="207982"/>
            <a:ext cx="2662798" cy="413360"/>
          </a:xfrm>
        </p:spPr>
        <p:txBody>
          <a:bodyPr anchor="ctr">
            <a:normAutofit/>
          </a:bodyPr>
          <a:lstStyle/>
          <a:p>
            <a:pPr>
              <a:spcAft>
                <a:spcPts val="600"/>
              </a:spcAft>
            </a:pPr>
            <a:fld id="{BBB8170F-0370-4A38-8BF3-83D69476AE62}" type="datetime1">
              <a:rPr lang="en-US" smtClean="0"/>
              <a:pPr>
                <a:spcAft>
                  <a:spcPts val="600"/>
                </a:spcAft>
              </a:pPr>
              <a:t>6/7/2026</a:t>
            </a:fld>
            <a:endParaRPr lang="en-US"/>
          </a:p>
        </p:txBody>
      </p:sp>
      <p:sp>
        <p:nvSpPr>
          <p:cNvPr id="7" name="Slide Number Placeholder 6">
            <a:extLst>
              <a:ext uri="{FF2B5EF4-FFF2-40B4-BE49-F238E27FC236}">
                <a16:creationId xmlns:a16="http://schemas.microsoft.com/office/drawing/2014/main" id="{6B9DBC39-CD48-35CA-94EA-FE8177F9F936}"/>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1</a:t>
            </a:fld>
            <a:endParaRPr lang="en-US"/>
          </a:p>
        </p:txBody>
      </p:sp>
    </p:spTree>
    <p:extLst>
      <p:ext uri="{BB962C8B-B14F-4D97-AF65-F5344CB8AC3E}">
        <p14:creationId xmlns:p14="http://schemas.microsoft.com/office/powerpoint/2010/main" val="1284673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295B2-5733-FEAA-12B7-286EC2AA09E5}"/>
              </a:ext>
            </a:extLst>
          </p:cNvPr>
          <p:cNvSpPr>
            <a:spLocks noGrp="1"/>
          </p:cNvSpPr>
          <p:nvPr>
            <p:ph type="title"/>
          </p:nvPr>
        </p:nvSpPr>
        <p:spPr>
          <a:xfrm>
            <a:off x="320557" y="762002"/>
            <a:ext cx="5294939" cy="1555895"/>
          </a:xfrm>
        </p:spPr>
        <p:txBody>
          <a:bodyPr anchor="t">
            <a:normAutofit/>
          </a:bodyPr>
          <a:lstStyle/>
          <a:p>
            <a:r>
              <a:rPr lang="en-US"/>
              <a:t>Data Cleaning Process Overview</a:t>
            </a:r>
          </a:p>
        </p:txBody>
      </p:sp>
      <p:sp>
        <p:nvSpPr>
          <p:cNvPr id="3" name="Footer Placeholder 2">
            <a:extLst>
              <a:ext uri="{FF2B5EF4-FFF2-40B4-BE49-F238E27FC236}">
                <a16:creationId xmlns:a16="http://schemas.microsoft.com/office/drawing/2014/main" id="{E2015C19-91B6-78A0-7D48-135B0000F003}"/>
              </a:ext>
            </a:extLst>
          </p:cNvPr>
          <p:cNvSpPr>
            <a:spLocks noGrp="1"/>
          </p:cNvSpPr>
          <p:nvPr>
            <p:ph type="ftr" sz="quarter" idx="15"/>
          </p:nvPr>
        </p:nvSpPr>
        <p:spPr>
          <a:xfrm>
            <a:off x="317773" y="207982"/>
            <a:ext cx="2963692" cy="413360"/>
          </a:xfrm>
        </p:spPr>
        <p:txBody>
          <a:bodyPr anchor="ctr">
            <a:normAutofit/>
          </a:bodyPr>
          <a:lstStyle/>
          <a:p>
            <a:pPr>
              <a:spcAft>
                <a:spcPts val="600"/>
              </a:spcAft>
            </a:pPr>
            <a:r>
              <a:rPr lang="en-US"/>
              <a:t>Footer Text</a:t>
            </a:r>
          </a:p>
        </p:txBody>
      </p:sp>
      <p:sp>
        <p:nvSpPr>
          <p:cNvPr id="4" name="Date Placeholder 3">
            <a:extLst>
              <a:ext uri="{FF2B5EF4-FFF2-40B4-BE49-F238E27FC236}">
                <a16:creationId xmlns:a16="http://schemas.microsoft.com/office/drawing/2014/main" id="{15F8986B-49E4-945B-47E2-FB45B3968BC8}"/>
              </a:ext>
            </a:extLst>
          </p:cNvPr>
          <p:cNvSpPr>
            <a:spLocks noGrp="1"/>
          </p:cNvSpPr>
          <p:nvPr>
            <p:ph type="dt" sz="half" idx="14"/>
          </p:nvPr>
        </p:nvSpPr>
        <p:spPr>
          <a:xfrm>
            <a:off x="6340642" y="207982"/>
            <a:ext cx="1921315" cy="413360"/>
          </a:xfrm>
        </p:spPr>
        <p:txBody>
          <a:bodyPr anchor="ctr">
            <a:normAutofit/>
          </a:bodyPr>
          <a:lstStyle/>
          <a:p>
            <a:pPr>
              <a:spcAft>
                <a:spcPts val="600"/>
              </a:spcAft>
            </a:pPr>
            <a:fld id="{9EAD527F-9C49-4481-A18C-80BA2EA99E79}" type="datetime1">
              <a:rPr lang="en-US" smtClean="0"/>
              <a:pPr>
                <a:spcAft>
                  <a:spcPts val="600"/>
                </a:spcAft>
              </a:pPr>
              <a:t>6/7/2026</a:t>
            </a:fld>
            <a:endParaRPr lang="en-US"/>
          </a:p>
        </p:txBody>
      </p:sp>
      <p:sp>
        <p:nvSpPr>
          <p:cNvPr id="5" name="Slide Number Placeholder 4">
            <a:extLst>
              <a:ext uri="{FF2B5EF4-FFF2-40B4-BE49-F238E27FC236}">
                <a16:creationId xmlns:a16="http://schemas.microsoft.com/office/drawing/2014/main" id="{BF7C927B-BD00-90F8-5204-9F5221741F38}"/>
              </a:ext>
            </a:extLst>
          </p:cNvPr>
          <p:cNvSpPr>
            <a:spLocks noGrp="1"/>
          </p:cNvSpPr>
          <p:nvPr>
            <p:ph type="sldNum" sz="quarter" idx="16"/>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2</a:t>
            </a:fld>
            <a:endParaRPr lang="en-US"/>
          </a:p>
        </p:txBody>
      </p:sp>
      <p:sp>
        <p:nvSpPr>
          <p:cNvPr id="7" name="Content Placeholder 6">
            <a:extLst>
              <a:ext uri="{FF2B5EF4-FFF2-40B4-BE49-F238E27FC236}">
                <a16:creationId xmlns:a16="http://schemas.microsoft.com/office/drawing/2014/main" id="{E682BD49-5C9B-231D-77D4-4FE0D46F6171}"/>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340642" y="762000"/>
            <a:ext cx="5432239" cy="5791200"/>
          </a:xfrm>
        </p:spPr>
        <p:txBody>
          <a:bodyPr>
            <a:normAutofit/>
          </a:bodyPr>
          <a:lstStyle/>
          <a:p>
            <a:pPr marL="0" indent="0">
              <a:spcBef>
                <a:spcPts val="2500"/>
              </a:spcBef>
              <a:buFont typeface="Arial" panose="020B0604020202020204" pitchFamily="34" charset="0"/>
              <a:buNone/>
            </a:pPr>
            <a:r>
              <a:rPr lang="en-US" sz="1400" b="1" dirty="0"/>
              <a:t>Missing Values Check</a:t>
            </a:r>
          </a:p>
          <a:p>
            <a:pPr marL="0" lvl="1" indent="0">
              <a:buFont typeface="Arial" panose="020B0604020202020204" pitchFamily="34" charset="0"/>
              <a:buNone/>
            </a:pPr>
            <a:r>
              <a:rPr lang="en-US" sz="1400" dirty="0"/>
              <a:t>No missing values were found in any of the eight columns, preserving all records for analysis.</a:t>
            </a:r>
          </a:p>
          <a:p>
            <a:pPr marL="0" indent="0">
              <a:spcBef>
                <a:spcPts val="2500"/>
              </a:spcBef>
              <a:buFont typeface="Arial" panose="020B0604020202020204" pitchFamily="34" charset="0"/>
              <a:buNone/>
            </a:pPr>
            <a:r>
              <a:rPr lang="en-US" sz="1400" b="1" dirty="0"/>
              <a:t>Duplicate Records Detection</a:t>
            </a:r>
          </a:p>
          <a:p>
            <a:pPr marL="0" lvl="1" indent="0">
              <a:buFont typeface="Arial" panose="020B0604020202020204" pitchFamily="34" charset="0"/>
              <a:buNone/>
            </a:pPr>
            <a:r>
              <a:rPr lang="en-US" sz="1400" dirty="0"/>
              <a:t>Duplicate detection confirmed unique user records, preventing bias from repeated entries.</a:t>
            </a:r>
          </a:p>
          <a:p>
            <a:pPr marL="0" indent="0">
              <a:spcBef>
                <a:spcPts val="2500"/>
              </a:spcBef>
              <a:buFont typeface="Arial" panose="020B0604020202020204" pitchFamily="34" charset="0"/>
              <a:buNone/>
            </a:pPr>
            <a:r>
              <a:rPr lang="en-US" sz="1400" b="1" dirty="0"/>
              <a:t>Data Type Validation</a:t>
            </a:r>
          </a:p>
          <a:p>
            <a:pPr marL="0" lvl="1" indent="0">
              <a:buFont typeface="Arial" panose="020B0604020202020204" pitchFamily="34" charset="0"/>
              <a:buNone/>
            </a:pPr>
            <a:r>
              <a:rPr lang="en-US" sz="1400" dirty="0"/>
              <a:t>Age and activity metrics were validated as integers; session duration confirmed as float; categories verified as strings.</a:t>
            </a:r>
          </a:p>
          <a:p>
            <a:pPr marL="0" indent="0">
              <a:spcBef>
                <a:spcPts val="2500"/>
              </a:spcBef>
              <a:buFont typeface="Arial" panose="020B0604020202020204" pitchFamily="34" charset="0"/>
              <a:buNone/>
            </a:pPr>
            <a:r>
              <a:rPr lang="en-US" sz="1400" b="1" dirty="0"/>
              <a:t>Categorical Encoding</a:t>
            </a:r>
          </a:p>
          <a:p>
            <a:pPr marL="0" lvl="1" indent="0">
              <a:buFont typeface="Arial" panose="020B0604020202020204" pitchFamily="34" charset="0"/>
              <a:buNone/>
            </a:pPr>
            <a:r>
              <a:rPr lang="en-US" sz="1400" dirty="0"/>
              <a:t>Gender and subscription types were encoded numerically for machine learning compatibility.</a:t>
            </a:r>
          </a:p>
        </p:txBody>
      </p:sp>
      <p:pic>
        <p:nvPicPr>
          <p:cNvPr id="11" name="Picture 10">
            <a:extLst>
              <a:ext uri="{FF2B5EF4-FFF2-40B4-BE49-F238E27FC236}">
                <a16:creationId xmlns:a16="http://schemas.microsoft.com/office/drawing/2014/main" id="{52500898-9A21-9533-3BC3-906C830FFFD0}"/>
              </a:ext>
            </a:extLst>
          </p:cNvPr>
          <p:cNvPicPr>
            <a:picLocks noChangeAspect="1"/>
          </p:cNvPicPr>
          <p:nvPr/>
        </p:nvPicPr>
        <p:blipFill>
          <a:blip r:embed="rId3"/>
          <a:stretch>
            <a:fillRect/>
          </a:stretch>
        </p:blipFill>
        <p:spPr>
          <a:xfrm>
            <a:off x="1622" y="2458557"/>
            <a:ext cx="5849737" cy="4399443"/>
          </a:xfrm>
          <a:prstGeom prst="rect">
            <a:avLst/>
          </a:prstGeom>
        </p:spPr>
      </p:pic>
    </p:spTree>
    <p:extLst>
      <p:ext uri="{BB962C8B-B14F-4D97-AF65-F5344CB8AC3E}">
        <p14:creationId xmlns:p14="http://schemas.microsoft.com/office/powerpoint/2010/main" val="10251856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50C8E-7FC6-AAA5-2702-D22A783ACE70}"/>
              </a:ext>
            </a:extLst>
          </p:cNvPr>
          <p:cNvSpPr>
            <a:spLocks noGrp="1"/>
          </p:cNvSpPr>
          <p:nvPr>
            <p:ph type="title"/>
          </p:nvPr>
        </p:nvSpPr>
        <p:spPr>
          <a:xfrm>
            <a:off x="320558" y="612648"/>
            <a:ext cx="7015483" cy="1033272"/>
          </a:xfrm>
        </p:spPr>
        <p:txBody>
          <a:bodyPr anchor="b">
            <a:normAutofit/>
          </a:bodyPr>
          <a:lstStyle/>
          <a:p>
            <a:r>
              <a:rPr lang="en-US"/>
              <a:t>Clustering Methodology and Model Selection</a:t>
            </a:r>
          </a:p>
        </p:txBody>
      </p:sp>
      <p:sp>
        <p:nvSpPr>
          <p:cNvPr id="3" name="Footer Placeholder 2">
            <a:extLst>
              <a:ext uri="{FF2B5EF4-FFF2-40B4-BE49-F238E27FC236}">
                <a16:creationId xmlns:a16="http://schemas.microsoft.com/office/drawing/2014/main" id="{B83DDF37-1577-A210-61BE-7ED5D60BA6D3}"/>
              </a:ext>
            </a:extLst>
          </p:cNvPr>
          <p:cNvSpPr>
            <a:spLocks noGrp="1"/>
          </p:cNvSpPr>
          <p:nvPr>
            <p:ph type="ftr" sz="quarter" idx="15"/>
          </p:nvPr>
        </p:nvSpPr>
        <p:spPr>
          <a:xfrm>
            <a:off x="317773" y="207982"/>
            <a:ext cx="2963692" cy="413360"/>
          </a:xfrm>
        </p:spPr>
        <p:txBody>
          <a:bodyPr anchor="ctr">
            <a:normAutofit/>
          </a:bodyPr>
          <a:lstStyle/>
          <a:p>
            <a:pPr>
              <a:spcAft>
                <a:spcPts val="600"/>
              </a:spcAft>
            </a:pPr>
            <a:r>
              <a:rPr lang="en-US"/>
              <a:t>Footer Text</a:t>
            </a:r>
          </a:p>
        </p:txBody>
      </p:sp>
      <p:sp>
        <p:nvSpPr>
          <p:cNvPr id="4" name="Date Placeholder 3">
            <a:extLst>
              <a:ext uri="{FF2B5EF4-FFF2-40B4-BE49-F238E27FC236}">
                <a16:creationId xmlns:a16="http://schemas.microsoft.com/office/drawing/2014/main" id="{5325941F-2AC2-E9CD-7485-4AC9590396A2}"/>
              </a:ext>
            </a:extLst>
          </p:cNvPr>
          <p:cNvSpPr>
            <a:spLocks noGrp="1"/>
          </p:cNvSpPr>
          <p:nvPr>
            <p:ph type="dt" sz="half" idx="14"/>
          </p:nvPr>
        </p:nvSpPr>
        <p:spPr>
          <a:xfrm>
            <a:off x="5224951" y="207982"/>
            <a:ext cx="1682496" cy="413360"/>
          </a:xfrm>
        </p:spPr>
        <p:txBody>
          <a:bodyPr anchor="ctr">
            <a:normAutofit/>
          </a:bodyPr>
          <a:lstStyle/>
          <a:p>
            <a:pPr>
              <a:spcAft>
                <a:spcPts val="600"/>
              </a:spcAft>
            </a:pPr>
            <a:fld id="{9EAD527F-9C49-4481-A18C-80BA2EA99E79}" type="datetime1">
              <a:rPr lang="en-US" smtClean="0"/>
              <a:pPr>
                <a:spcAft>
                  <a:spcPts val="600"/>
                </a:spcAft>
              </a:pPr>
              <a:t>6/7/2026</a:t>
            </a:fld>
            <a:endParaRPr lang="en-US"/>
          </a:p>
        </p:txBody>
      </p:sp>
      <p:sp>
        <p:nvSpPr>
          <p:cNvPr id="5" name="Slide Number Placeholder 4">
            <a:extLst>
              <a:ext uri="{FF2B5EF4-FFF2-40B4-BE49-F238E27FC236}">
                <a16:creationId xmlns:a16="http://schemas.microsoft.com/office/drawing/2014/main" id="{24B1412A-8B05-8A51-8892-3745911AB0D9}"/>
              </a:ext>
            </a:extLst>
          </p:cNvPr>
          <p:cNvSpPr>
            <a:spLocks noGrp="1"/>
          </p:cNvSpPr>
          <p:nvPr>
            <p:ph type="sldNum" sz="quarter" idx="16"/>
          </p:nvPr>
        </p:nvSpPr>
        <p:spPr>
          <a:xfrm>
            <a:off x="6789594" y="207982"/>
            <a:ext cx="546447" cy="413360"/>
          </a:xfrm>
        </p:spPr>
        <p:txBody>
          <a:bodyPr anchor="ctr">
            <a:normAutofit/>
          </a:bodyPr>
          <a:lstStyle/>
          <a:p>
            <a:pPr>
              <a:spcAft>
                <a:spcPts val="600"/>
              </a:spcAft>
            </a:pPr>
            <a:fld id="{753D0FD4-819D-4187-8797-C35567B41C78}" type="slidenum">
              <a:rPr lang="en-US" smtClean="0"/>
              <a:pPr>
                <a:spcAft>
                  <a:spcPts val="600"/>
                </a:spcAft>
              </a:pPr>
              <a:t>3</a:t>
            </a:fld>
            <a:endParaRPr lang="en-US"/>
          </a:p>
        </p:txBody>
      </p:sp>
      <p:sp>
        <p:nvSpPr>
          <p:cNvPr id="7" name="Content Placeholder 6">
            <a:extLst>
              <a:ext uri="{FF2B5EF4-FFF2-40B4-BE49-F238E27FC236}">
                <a16:creationId xmlns:a16="http://schemas.microsoft.com/office/drawing/2014/main" id="{DE79FFB1-9736-2013-8F9E-6E083BE5BE48}"/>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17773" y="1746504"/>
            <a:ext cx="7018271" cy="4806696"/>
          </a:xfrm>
        </p:spPr>
        <p:txBody>
          <a:bodyPr>
            <a:normAutofit/>
          </a:bodyPr>
          <a:lstStyle/>
          <a:p>
            <a:pPr marL="0" indent="0">
              <a:spcBef>
                <a:spcPts val="2500"/>
              </a:spcBef>
              <a:buFont typeface="Arial" panose="020B0604020202020204" pitchFamily="34" charset="0"/>
              <a:buNone/>
            </a:pPr>
            <a:r>
              <a:rPr lang="en-US" sz="1400" b="1" dirty="0"/>
              <a:t>Feature Selection Criteria</a:t>
            </a:r>
          </a:p>
          <a:p>
            <a:pPr marL="0" lvl="1" indent="0">
              <a:buFont typeface="Arial" panose="020B0604020202020204" pitchFamily="34" charset="0"/>
              <a:buNone/>
            </a:pPr>
            <a:r>
              <a:rPr lang="en-US" sz="1400" dirty="0"/>
              <a:t>Selected features capture user behavior; identifiers and outcome variables like </a:t>
            </a:r>
            <a:r>
              <a:rPr lang="en-US" sz="1400" dirty="0" err="1"/>
              <a:t>User_ID</a:t>
            </a:r>
            <a:r>
              <a:rPr lang="en-US" sz="1400" dirty="0"/>
              <a:t> and Churned are excluded to prevent bias.</a:t>
            </a:r>
          </a:p>
          <a:p>
            <a:pPr marL="0" indent="0">
              <a:spcBef>
                <a:spcPts val="2500"/>
              </a:spcBef>
              <a:buFont typeface="Arial" panose="020B0604020202020204" pitchFamily="34" charset="0"/>
              <a:buNone/>
            </a:pPr>
            <a:r>
              <a:rPr lang="en-US" sz="1400" b="1" dirty="0"/>
              <a:t>Feature Normalization</a:t>
            </a:r>
          </a:p>
          <a:p>
            <a:pPr marL="0" lvl="1" indent="0">
              <a:buFont typeface="Arial" panose="020B0604020202020204" pitchFamily="34" charset="0"/>
              <a:buNone/>
            </a:pPr>
            <a:r>
              <a:rPr lang="en-US" sz="1400" dirty="0" err="1"/>
              <a:t>StandardScaler</a:t>
            </a:r>
            <a:r>
              <a:rPr lang="en-US" sz="1400" dirty="0"/>
              <a:t> was used to normalize features to ensure equal influence during clustering regardless of numeric scale.</a:t>
            </a:r>
          </a:p>
          <a:p>
            <a:pPr marL="0" indent="0">
              <a:spcBef>
                <a:spcPts val="2500"/>
              </a:spcBef>
              <a:buFont typeface="Arial" panose="020B0604020202020204" pitchFamily="34" charset="0"/>
              <a:buNone/>
            </a:pPr>
            <a:r>
              <a:rPr lang="en-US" sz="1400" b="1" dirty="0"/>
              <a:t>Optimal Cluster Number</a:t>
            </a:r>
          </a:p>
          <a:p>
            <a:pPr marL="0" lvl="1" indent="0">
              <a:buFont typeface="Arial" panose="020B0604020202020204" pitchFamily="34" charset="0"/>
              <a:buNone/>
            </a:pPr>
            <a:r>
              <a:rPr lang="en-US" sz="1400" dirty="0"/>
              <a:t>Optimal k was determined by analyzing inertia drops with elbow method combined with silhouette score for cluster quality.</a:t>
            </a:r>
          </a:p>
          <a:p>
            <a:pPr marL="0" indent="0">
              <a:spcBef>
                <a:spcPts val="2500"/>
              </a:spcBef>
              <a:buFont typeface="Arial" panose="020B0604020202020204" pitchFamily="34" charset="0"/>
              <a:buNone/>
            </a:pPr>
            <a:r>
              <a:rPr lang="en-US" sz="1400" b="1" dirty="0" err="1"/>
              <a:t>KMeans</a:t>
            </a:r>
            <a:r>
              <a:rPr lang="en-US" sz="1400" b="1" dirty="0"/>
              <a:t> Model Training</a:t>
            </a:r>
          </a:p>
          <a:p>
            <a:pPr marL="0" lvl="1" indent="0">
              <a:buFont typeface="Arial" panose="020B0604020202020204" pitchFamily="34" charset="0"/>
              <a:buNone/>
            </a:pPr>
            <a:r>
              <a:rPr lang="en-US" sz="1400" dirty="0" err="1"/>
              <a:t>KMeans</a:t>
            </a:r>
            <a:r>
              <a:rPr lang="en-US" sz="1400" dirty="0"/>
              <a:t> was trained with random state and multiple initializations to ensure reproducibility and stable cluster solutions.</a:t>
            </a:r>
          </a:p>
        </p:txBody>
      </p:sp>
      <p:pic>
        <p:nvPicPr>
          <p:cNvPr id="11" name="Picture 10">
            <a:extLst>
              <a:ext uri="{FF2B5EF4-FFF2-40B4-BE49-F238E27FC236}">
                <a16:creationId xmlns:a16="http://schemas.microsoft.com/office/drawing/2014/main" id="{09D15A1A-D55E-7A12-AB1B-E08DE21F0AF5}"/>
              </a:ext>
            </a:extLst>
          </p:cNvPr>
          <p:cNvPicPr>
            <a:picLocks noChangeAspect="1"/>
          </p:cNvPicPr>
          <p:nvPr/>
        </p:nvPicPr>
        <p:blipFill>
          <a:blip r:embed="rId3"/>
          <a:stretch>
            <a:fillRect/>
          </a:stretch>
        </p:blipFill>
        <p:spPr>
          <a:xfrm>
            <a:off x="7799349" y="292108"/>
            <a:ext cx="4280262" cy="2908792"/>
          </a:xfrm>
          <a:prstGeom prst="rect">
            <a:avLst/>
          </a:prstGeom>
        </p:spPr>
      </p:pic>
      <p:pic>
        <p:nvPicPr>
          <p:cNvPr id="13" name="Picture 12">
            <a:extLst>
              <a:ext uri="{FF2B5EF4-FFF2-40B4-BE49-F238E27FC236}">
                <a16:creationId xmlns:a16="http://schemas.microsoft.com/office/drawing/2014/main" id="{C34D4AB7-3560-7BC0-E3AE-0043872471CA}"/>
              </a:ext>
            </a:extLst>
          </p:cNvPr>
          <p:cNvPicPr>
            <a:picLocks noChangeAspect="1"/>
          </p:cNvPicPr>
          <p:nvPr/>
        </p:nvPicPr>
        <p:blipFill>
          <a:blip r:embed="rId4"/>
          <a:stretch>
            <a:fillRect/>
          </a:stretch>
        </p:blipFill>
        <p:spPr>
          <a:xfrm>
            <a:off x="7799348" y="3429000"/>
            <a:ext cx="4280263" cy="2825938"/>
          </a:xfrm>
          <a:prstGeom prst="rect">
            <a:avLst/>
          </a:prstGeom>
        </p:spPr>
      </p:pic>
    </p:spTree>
    <p:extLst>
      <p:ext uri="{BB962C8B-B14F-4D97-AF65-F5344CB8AC3E}">
        <p14:creationId xmlns:p14="http://schemas.microsoft.com/office/powerpoint/2010/main" val="33102111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65953-DC91-3F6A-4415-527323043A8F}"/>
              </a:ext>
            </a:extLst>
          </p:cNvPr>
          <p:cNvSpPr>
            <a:spLocks noGrp="1"/>
          </p:cNvSpPr>
          <p:nvPr>
            <p:ph type="title"/>
          </p:nvPr>
        </p:nvSpPr>
        <p:spPr/>
        <p:txBody>
          <a:bodyPr/>
          <a:lstStyle/>
          <a:p>
            <a:r>
              <a:rPr lang="en-US"/>
              <a:t>Cluster Profiles and Business Insights</a:t>
            </a:r>
          </a:p>
        </p:txBody>
      </p:sp>
      <p:sp>
        <p:nvSpPr>
          <p:cNvPr id="3" name="Footer Placeholder 2">
            <a:extLst>
              <a:ext uri="{FF2B5EF4-FFF2-40B4-BE49-F238E27FC236}">
                <a16:creationId xmlns:a16="http://schemas.microsoft.com/office/drawing/2014/main" id="{2F7B5203-7C48-8972-2C40-E80863442771}"/>
              </a:ext>
            </a:extLst>
          </p:cNvPr>
          <p:cNvSpPr>
            <a:spLocks noGrp="1"/>
          </p:cNvSpPr>
          <p:nvPr>
            <p:ph type="ftr" sz="quarter" idx="11"/>
          </p:nvPr>
        </p:nvSpPr>
        <p:spPr/>
        <p:txBody>
          <a:bodyPr/>
          <a:lstStyle/>
          <a:p>
            <a:r>
              <a:rPr lang="en-US"/>
              <a:t>Footer Text</a:t>
            </a:r>
          </a:p>
        </p:txBody>
      </p:sp>
      <p:sp>
        <p:nvSpPr>
          <p:cNvPr id="4" name="Date Placeholder 3">
            <a:extLst>
              <a:ext uri="{FF2B5EF4-FFF2-40B4-BE49-F238E27FC236}">
                <a16:creationId xmlns:a16="http://schemas.microsoft.com/office/drawing/2014/main" id="{F82D7B67-1E82-6E90-EB5F-0D8950706807}"/>
              </a:ext>
            </a:extLst>
          </p:cNvPr>
          <p:cNvSpPr>
            <a:spLocks noGrp="1"/>
          </p:cNvSpPr>
          <p:nvPr>
            <p:ph type="dt" sz="half" idx="10"/>
          </p:nvPr>
        </p:nvSpPr>
        <p:spPr/>
        <p:txBody>
          <a:bodyPr/>
          <a:lstStyle/>
          <a:p>
            <a:fld id="{9EAD527F-9C49-4481-A18C-80BA2EA99E79}" type="datetime1">
              <a:rPr lang="en-US" smtClean="0"/>
              <a:t>6/7/2026</a:t>
            </a:fld>
            <a:endParaRPr lang="en-US"/>
          </a:p>
        </p:txBody>
      </p:sp>
      <p:sp>
        <p:nvSpPr>
          <p:cNvPr id="5" name="Slide Number Placeholder 4">
            <a:extLst>
              <a:ext uri="{FF2B5EF4-FFF2-40B4-BE49-F238E27FC236}">
                <a16:creationId xmlns:a16="http://schemas.microsoft.com/office/drawing/2014/main" id="{69D09A0A-80E0-B69E-8163-8A3031D573D3}"/>
              </a:ext>
            </a:extLst>
          </p:cNvPr>
          <p:cNvSpPr>
            <a:spLocks noGrp="1"/>
          </p:cNvSpPr>
          <p:nvPr>
            <p:ph type="sldNum" sz="quarter" idx="12"/>
          </p:nvPr>
        </p:nvSpPr>
        <p:spPr/>
        <p:txBody>
          <a:bodyPr/>
          <a:lstStyle/>
          <a:p>
            <a:fld id="{753D0FD4-819D-4187-8797-C35567B41C78}" type="slidenum">
              <a:rPr lang="en-US" smtClean="0"/>
              <a:t>4</a:t>
            </a:fld>
            <a:endParaRPr lang="en-US"/>
          </a:p>
        </p:txBody>
      </p:sp>
      <p:sp>
        <p:nvSpPr>
          <p:cNvPr id="7" name="Content Placeholder 6">
            <a:extLst>
              <a:ext uri="{FF2B5EF4-FFF2-40B4-BE49-F238E27FC236}">
                <a16:creationId xmlns:a16="http://schemas.microsoft.com/office/drawing/2014/main" id="{50CE3EAC-32F7-69CE-1BE0-DCC73E6A8A4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829060" y="1604175"/>
            <a:ext cx="4006257" cy="4972047"/>
          </a:xfrm>
        </p:spPr>
        <p:txBody>
          <a:bodyPr>
            <a:normAutofit/>
          </a:bodyPr>
          <a:lstStyle/>
          <a:p>
            <a:pPr>
              <a:buFont typeface="Arial" panose="020B0604020202020204" pitchFamily="34" charset="0"/>
              <a:buChar char="•"/>
            </a:pPr>
            <a:r>
              <a:rPr lang="en-US" sz="1200" dirty="0"/>
              <a:t>Cluster 0 Profile</a:t>
            </a:r>
          </a:p>
          <a:p>
            <a:pPr marL="742950" lvl="1" indent="-285750">
              <a:buFont typeface="Arial" panose="020B0604020202020204" pitchFamily="34" charset="0"/>
              <a:buChar char="•"/>
            </a:pPr>
            <a:r>
              <a:rPr lang="en-US" sz="1100" dirty="0"/>
              <a:t>Moderate-age users with average workouts and mid-range steps show moderate churn risk and reasonable engagement.</a:t>
            </a:r>
          </a:p>
          <a:p>
            <a:pPr>
              <a:buFont typeface="Arial" panose="020B0604020202020204" pitchFamily="34" charset="0"/>
              <a:buChar char="•"/>
            </a:pPr>
            <a:r>
              <a:rPr lang="en-US" sz="1200" dirty="0"/>
              <a:t>Highly Engaged Cluster 1</a:t>
            </a:r>
          </a:p>
          <a:p>
            <a:pPr marL="742950" lvl="1" indent="-285750">
              <a:buFont typeface="Arial" panose="020B0604020202020204" pitchFamily="34" charset="0"/>
              <a:buChar char="•"/>
            </a:pPr>
            <a:r>
              <a:rPr lang="en-US" sz="1100" dirty="0"/>
              <a:t>Younger users with highest workouts and steps have the lowest churn, forming the most valuable segment.</a:t>
            </a:r>
          </a:p>
          <a:p>
            <a:pPr>
              <a:buFont typeface="Arial" panose="020B0604020202020204" pitchFamily="34" charset="0"/>
              <a:buChar char="•"/>
            </a:pPr>
            <a:r>
              <a:rPr lang="en-US" sz="1200" dirty="0"/>
              <a:t>At-Risk Cluster 2</a:t>
            </a:r>
          </a:p>
          <a:p>
            <a:pPr marL="742950" lvl="1" indent="-285750">
              <a:buFont typeface="Arial" panose="020B0604020202020204" pitchFamily="34" charset="0"/>
              <a:buChar char="•"/>
            </a:pPr>
            <a:r>
              <a:rPr lang="en-US" sz="1100" dirty="0"/>
              <a:t>Older users with low workouts and steps show highest churn, needing targeted re-engagement strategies.</a:t>
            </a:r>
          </a:p>
          <a:p>
            <a:pPr>
              <a:buFont typeface="Arial" panose="020B0604020202020204" pitchFamily="34" charset="0"/>
              <a:buChar char="•"/>
            </a:pPr>
            <a:r>
              <a:rPr lang="en-US" sz="1200" dirty="0"/>
              <a:t>Mixed Engagement Cluster 3</a:t>
            </a:r>
          </a:p>
          <a:p>
            <a:pPr marL="742950" lvl="1" indent="-285750">
              <a:buFont typeface="Arial" panose="020B0604020202020204" pitchFamily="34" charset="0"/>
              <a:buChar char="•"/>
            </a:pPr>
            <a:r>
              <a:rPr lang="en-US" sz="1100" dirty="0"/>
              <a:t>Mixed ages with moderate activity but lower subscription tiers indicate engagement without full monetization.</a:t>
            </a:r>
          </a:p>
        </p:txBody>
      </p:sp>
      <p:pic>
        <p:nvPicPr>
          <p:cNvPr id="11" name="Picture 10">
            <a:extLst>
              <a:ext uri="{FF2B5EF4-FFF2-40B4-BE49-F238E27FC236}">
                <a16:creationId xmlns:a16="http://schemas.microsoft.com/office/drawing/2014/main" id="{88C804D8-4735-1780-1E30-E316AC4EDADF}"/>
              </a:ext>
            </a:extLst>
          </p:cNvPr>
          <p:cNvPicPr>
            <a:picLocks noChangeAspect="1"/>
          </p:cNvPicPr>
          <p:nvPr/>
        </p:nvPicPr>
        <p:blipFill>
          <a:blip r:embed="rId3"/>
          <a:stretch>
            <a:fillRect/>
          </a:stretch>
        </p:blipFill>
        <p:spPr>
          <a:xfrm>
            <a:off x="159355" y="1604175"/>
            <a:ext cx="3545037" cy="2154179"/>
          </a:xfrm>
          <a:prstGeom prst="rect">
            <a:avLst/>
          </a:prstGeom>
        </p:spPr>
      </p:pic>
      <p:pic>
        <p:nvPicPr>
          <p:cNvPr id="13" name="Picture 12">
            <a:extLst>
              <a:ext uri="{FF2B5EF4-FFF2-40B4-BE49-F238E27FC236}">
                <a16:creationId xmlns:a16="http://schemas.microsoft.com/office/drawing/2014/main" id="{1280E730-2C7F-920E-AB44-90C809DB0B7E}"/>
              </a:ext>
            </a:extLst>
          </p:cNvPr>
          <p:cNvPicPr>
            <a:picLocks noChangeAspect="1"/>
          </p:cNvPicPr>
          <p:nvPr/>
        </p:nvPicPr>
        <p:blipFill>
          <a:blip r:embed="rId4"/>
          <a:stretch>
            <a:fillRect/>
          </a:stretch>
        </p:blipFill>
        <p:spPr>
          <a:xfrm>
            <a:off x="1590582" y="4022388"/>
            <a:ext cx="4902839" cy="2553834"/>
          </a:xfrm>
          <a:prstGeom prst="rect">
            <a:avLst/>
          </a:prstGeom>
        </p:spPr>
      </p:pic>
      <p:pic>
        <p:nvPicPr>
          <p:cNvPr id="15" name="Picture 14">
            <a:extLst>
              <a:ext uri="{FF2B5EF4-FFF2-40B4-BE49-F238E27FC236}">
                <a16:creationId xmlns:a16="http://schemas.microsoft.com/office/drawing/2014/main" id="{9DDF6582-3D4C-F7EB-7DE7-25C5FC0234E0}"/>
              </a:ext>
            </a:extLst>
          </p:cNvPr>
          <p:cNvPicPr>
            <a:picLocks noChangeAspect="1"/>
          </p:cNvPicPr>
          <p:nvPr/>
        </p:nvPicPr>
        <p:blipFill>
          <a:blip r:embed="rId5"/>
          <a:stretch>
            <a:fillRect/>
          </a:stretch>
        </p:blipFill>
        <p:spPr>
          <a:xfrm>
            <a:off x="4042002" y="1597488"/>
            <a:ext cx="3188358" cy="2113467"/>
          </a:xfrm>
          <a:prstGeom prst="rect">
            <a:avLst/>
          </a:prstGeom>
        </p:spPr>
      </p:pic>
    </p:spTree>
    <p:extLst>
      <p:ext uri="{BB962C8B-B14F-4D97-AF65-F5344CB8AC3E}">
        <p14:creationId xmlns:p14="http://schemas.microsoft.com/office/powerpoint/2010/main" val="4090746465"/>
      </p:ext>
    </p:extLst>
  </p:cSld>
  <p:clrMapOvr>
    <a:masterClrMapping/>
  </p:clrMapOvr>
</p:sld>
</file>

<file path=ppt/theme/theme1.xml><?xml version="1.0" encoding="utf-8"?>
<a:theme xmlns:a="http://schemas.openxmlformats.org/drawingml/2006/main" name="Editorial">
  <a:themeElements>
    <a:clrScheme name="Editorial">
      <a:dk1>
        <a:sysClr val="windowText" lastClr="000000"/>
      </a:dk1>
      <a:lt1>
        <a:sysClr val="window" lastClr="FFFFFF"/>
      </a:lt1>
      <a:dk2>
        <a:srgbClr val="171717"/>
      </a:dk2>
      <a:lt2>
        <a:srgbClr val="F7F6F3"/>
      </a:lt2>
      <a:accent1>
        <a:srgbClr val="C8350F"/>
      </a:accent1>
      <a:accent2>
        <a:srgbClr val="B6A992"/>
      </a:accent2>
      <a:accent3>
        <a:srgbClr val="D59A6D"/>
      </a:accent3>
      <a:accent4>
        <a:srgbClr val="C7793D"/>
      </a:accent4>
      <a:accent5>
        <a:srgbClr val="DB8464"/>
      </a:accent5>
      <a:accent6>
        <a:srgbClr val="3F7699"/>
      </a:accent6>
      <a:hlink>
        <a:srgbClr val="C8350F"/>
      </a:hlink>
      <a:folHlink>
        <a:srgbClr val="DB8464"/>
      </a:folHlink>
    </a:clrScheme>
    <a:fontScheme name="Custom 22">
      <a:majorFont>
        <a:latin typeface="Haettenschweiler"/>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ditorial" id="{A923440E-1285-45C1-B66B-8630BD70D041}" vid="{F02A544F-3BB0-402C-9DE1-17A1995AA5F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1202</Words>
  <Application>Microsoft Office PowerPoint</Application>
  <PresentationFormat>Widescreen</PresentationFormat>
  <Paragraphs>49</Paragraphs>
  <Slides>4</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Haettenschweiler</vt:lpstr>
      <vt:lpstr>Trade Gothic Next Light</vt:lpstr>
      <vt:lpstr>Editorial</vt:lpstr>
      <vt:lpstr>Fitness User Segmentation and Churn Analysis</vt:lpstr>
      <vt:lpstr>Data Cleaning Process Overview</vt:lpstr>
      <vt:lpstr>Clustering Methodology and Model Selection</vt:lpstr>
      <vt:lpstr>Cluster Profiles and Business Insights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270820796@yoobeestudent.ac.nz</dc:creator>
  <cp:lastModifiedBy>Albert Levinson Canoza</cp:lastModifiedBy>
  <cp:revision>1</cp:revision>
  <dcterms:modified xsi:type="dcterms:W3CDTF">2026-06-07T00:58:17Z</dcterms:modified>
</cp:coreProperties>
</file>